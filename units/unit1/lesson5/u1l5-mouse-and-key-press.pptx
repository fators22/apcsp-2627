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Sniglet"/>
      <p:regular r:id="rId30"/>
    </p:embeddedFont>
    <p:embeddedFont>
      <p:font typeface="Bangers"/>
      <p:regular r:id="rId31"/>
    </p:embeddedFont>
    <p:embeddedFont>
      <p:font typeface="Roboto Mono SemiBold"/>
      <p:regular r:id="rId32"/>
      <p:bold r:id="rId33"/>
      <p:italic r:id="rId34"/>
      <p:boldItalic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Abril Fatface"/>
      <p:regular r:id="rId40"/>
    </p:embeddedFont>
    <p:embeddedFont>
      <p:font typeface="Griffy"/>
      <p:regular r:id="rId41"/>
    </p:embeddedFont>
    <p:embeddedFont>
      <p:font typeface="Poppins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  <p:embeddedFont>
      <p:font typeface="Bree Serif"/>
      <p:regular r:id="rId50"/>
    </p:embeddedFont>
    <p:embeddedFont>
      <p:font typeface="Homemade Apple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6A66E4-24FB-4BB3-ABDA-68D5360CBB76}">
  <a:tblStyle styleId="{396A66E4-24FB-4BB3-ABDA-68D5360CBB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brilFatface-regular.fntdata"/><Relationship Id="rId42" Type="http://schemas.openxmlformats.org/officeDocument/2006/relationships/font" Target="fonts/Poppins-regular.fntdata"/><Relationship Id="rId41" Type="http://schemas.openxmlformats.org/officeDocument/2006/relationships/font" Target="fonts/Griffy-regular.fntdata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RobotoMono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ngers-regular.fntdata"/><Relationship Id="rId30" Type="http://schemas.openxmlformats.org/officeDocument/2006/relationships/font" Target="fonts/Sniglet-regular.fntdata"/><Relationship Id="rId33" Type="http://schemas.openxmlformats.org/officeDocument/2006/relationships/font" Target="fonts/RobotoMonoSemiBold-bold.fntdata"/><Relationship Id="rId32" Type="http://schemas.openxmlformats.org/officeDocument/2006/relationships/font" Target="fonts/RobotoMonoSemiBold-regular.fntdata"/><Relationship Id="rId35" Type="http://schemas.openxmlformats.org/officeDocument/2006/relationships/font" Target="fonts/RobotoMonoSemiBold-boldItalic.fntdata"/><Relationship Id="rId34" Type="http://schemas.openxmlformats.org/officeDocument/2006/relationships/font" Target="fonts/RobotoMonoSemiBold-italic.fntdata"/><Relationship Id="rId37" Type="http://schemas.openxmlformats.org/officeDocument/2006/relationships/font" Target="fonts/Roboto-bold.fntdata"/><Relationship Id="rId36" Type="http://schemas.openxmlformats.org/officeDocument/2006/relationships/font" Target="fonts/Roboto-regular.fntdata"/><Relationship Id="rId39" Type="http://schemas.openxmlformats.org/officeDocument/2006/relationships/font" Target="fonts/Roboto-boldItalic.fntdata"/><Relationship Id="rId38" Type="http://schemas.openxmlformats.org/officeDocument/2006/relationships/font" Target="fonts/Robot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omemadeApple-regular.fntdata"/><Relationship Id="rId50" Type="http://schemas.openxmlformats.org/officeDocument/2006/relationships/font" Target="fonts/BreeSerif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41d6b9916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41d6b9916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41eeaa5b2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41eeaa5b2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31bbf8d08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31bbf8d08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1bbf8d08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31bbf8d08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f31f5cff6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f31f5cff6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b79fa920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b79fa92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b79fa9207_1_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b79fa920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b79fa920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b79fa920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b79fa9207_1_1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b79fa920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b79fa9207_1_2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fb79fa920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b79fa9207_1_3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fb79fa920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b79fa9207_1_4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fb79fa9207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b79fa9207_1_5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b79fa9207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05af66c7fb_0_7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05af66c7fb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05af66c7fb_0_8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05af66c7fb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84e53c5949_0_1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84e53c5949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f31f5cff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f31f5cff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f31f5cff6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f31f5cff6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f31f5cff6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f31f5cff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05af66c7fb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05af66c7fb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05af66c7fb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05af66c7fb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05af66c7fb_0_1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05af66c7fb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05af66c7fb_0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05af66c7fb_0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9.png"/><Relationship Id="rId11" Type="http://schemas.openxmlformats.org/officeDocument/2006/relationships/image" Target="../media/image19.png"/><Relationship Id="rId10" Type="http://schemas.openxmlformats.org/officeDocument/2006/relationships/image" Target="../media/image11.png"/><Relationship Id="rId9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16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1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85750"/>
            <a:ext cx="82296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DE_logo_RGB.eps" id="55" name="Google Shape;5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7317" y="742954"/>
            <a:ext cx="1634100" cy="16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3136900" y="971554"/>
            <a:ext cx="54927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Autofit/>
          </a:bodyPr>
          <a:lstStyle/>
          <a:p>
            <a:pPr indent="0" lvl="0" marL="0" marR="0" rtl="0" algn="l">
              <a:lnSpc>
                <a:spcPct val="95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36900" y="971554"/>
            <a:ext cx="54927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3219450" y="2868016"/>
            <a:ext cx="49719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indent="-2286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indent="-2286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indent="-2286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indent="-2286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body"/>
          </p:nvPr>
        </p:nvSpPr>
        <p:spPr>
          <a:xfrm>
            <a:off x="3219450" y="3845482"/>
            <a:ext cx="4971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228600" lvl="4" marL="2286000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Sub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4.png" id="61" name="Google Shape;61;p15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/>
        </p:nvSpPr>
        <p:spPr>
          <a:xfrm flipH="1" rot="169468">
            <a:off x="3608930" y="646192"/>
            <a:ext cx="5247975" cy="3809532"/>
          </a:xfrm>
          <a:prstGeom prst="wedgeEllipseCallout">
            <a:avLst>
              <a:gd fmla="val -42509" name="adj1"/>
              <a:gd fmla="val 62980" name="adj2"/>
            </a:avLst>
          </a:prstGeom>
          <a:solidFill>
            <a:srgbClr val="001936">
              <a:alpha val="21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 flipH="1" rot="169468">
            <a:off x="3380330" y="417592"/>
            <a:ext cx="5247975" cy="3809532"/>
          </a:xfrm>
          <a:prstGeom prst="wedgeEllipseCallout">
            <a:avLst>
              <a:gd fmla="val -42509" name="adj1"/>
              <a:gd fmla="val 62980" name="adj2"/>
            </a:avLst>
          </a:pr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>
            <p:ph type="ctrTitle"/>
          </p:nvPr>
        </p:nvSpPr>
        <p:spPr>
          <a:xfrm>
            <a:off x="4101125" y="1659550"/>
            <a:ext cx="376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b="0" i="0" sz="3600" u="none" cap="none" strike="noStrik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indent="0"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indent="0"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indent="0"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indent="0"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indent="0"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indent="0"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indent="0"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indent="0"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36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4101125" y="2687650"/>
            <a:ext cx="3767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niglet"/>
              <a:buNone/>
              <a:defRPr b="0" i="0" sz="18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4.png" id="67" name="Google Shape;67;p16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/>
          <p:nvPr/>
        </p:nvSpPr>
        <p:spPr>
          <a:xfrm>
            <a:off x="1315275" y="921225"/>
            <a:ext cx="6411600" cy="3910500"/>
          </a:xfrm>
          <a:custGeom>
            <a:rect b="b" l="l" r="r" t="t"/>
            <a:pathLst>
              <a:path extrusionOk="0" h="120000" w="120000">
                <a:moveTo>
                  <a:pt x="18534" y="0"/>
                </a:moveTo>
                <a:lnTo>
                  <a:pt x="18534" y="19963"/>
                </a:lnTo>
                <a:lnTo>
                  <a:pt x="0" y="18348"/>
                </a:lnTo>
                <a:lnTo>
                  <a:pt x="18804" y="47467"/>
                </a:lnTo>
                <a:lnTo>
                  <a:pt x="18804" y="120000"/>
                </a:lnTo>
                <a:lnTo>
                  <a:pt x="120000" y="106691"/>
                </a:lnTo>
                <a:lnTo>
                  <a:pt x="116347" y="15305"/>
                </a:lnTo>
                <a:close/>
              </a:path>
            </a:pathLst>
          </a:custGeom>
          <a:solidFill>
            <a:srgbClr val="001936">
              <a:alpha val="21180"/>
            </a:srgbClr>
          </a:solidFill>
          <a:ln>
            <a:noFill/>
          </a:ln>
        </p:spPr>
      </p:sp>
      <p:sp>
        <p:nvSpPr>
          <p:cNvPr id="69" name="Google Shape;69;p16"/>
          <p:cNvSpPr/>
          <p:nvPr/>
        </p:nvSpPr>
        <p:spPr>
          <a:xfrm>
            <a:off x="1010475" y="616425"/>
            <a:ext cx="6411600" cy="3910500"/>
          </a:xfrm>
          <a:custGeom>
            <a:rect b="b" l="l" r="r" t="t"/>
            <a:pathLst>
              <a:path extrusionOk="0" h="120000" w="120000">
                <a:moveTo>
                  <a:pt x="18534" y="0"/>
                </a:moveTo>
                <a:lnTo>
                  <a:pt x="18534" y="19963"/>
                </a:lnTo>
                <a:lnTo>
                  <a:pt x="0" y="18348"/>
                </a:lnTo>
                <a:lnTo>
                  <a:pt x="18804" y="47467"/>
                </a:lnTo>
                <a:lnTo>
                  <a:pt x="18804" y="120000"/>
                </a:lnTo>
                <a:lnTo>
                  <a:pt x="120000" y="106691"/>
                </a:lnTo>
                <a:lnTo>
                  <a:pt x="116347" y="15305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6"/>
          <p:cNvSpPr txBox="1"/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b="0" i="0" sz="6400" u="none" cap="none" strike="noStrik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64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">
  <p:cSld name="CUSTOM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8"/>
          <p:cNvGrpSpPr/>
          <p:nvPr/>
        </p:nvGrpSpPr>
        <p:grpSpPr>
          <a:xfrm>
            <a:off x="639239" y="2826072"/>
            <a:ext cx="2780456" cy="1452093"/>
            <a:chOff x="2176863" y="4518413"/>
            <a:chExt cx="5362500" cy="1301975"/>
          </a:xfrm>
        </p:grpSpPr>
        <p:sp>
          <p:nvSpPr>
            <p:cNvPr id="111" name="Google Shape;111;p18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fmla="val 9303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8"/>
          <p:cNvGrpSpPr/>
          <p:nvPr/>
        </p:nvGrpSpPr>
        <p:grpSpPr>
          <a:xfrm>
            <a:off x="740988" y="2908722"/>
            <a:ext cx="476460" cy="110700"/>
            <a:chOff x="2147366" y="4139382"/>
            <a:chExt cx="635280" cy="147600"/>
          </a:xfrm>
        </p:grpSpPr>
        <p:sp>
          <p:nvSpPr>
            <p:cNvPr id="114" name="Google Shape;114;p1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8"/>
          <p:cNvSpPr/>
          <p:nvPr/>
        </p:nvSpPr>
        <p:spPr>
          <a:xfrm>
            <a:off x="1213603" y="712228"/>
            <a:ext cx="6669900" cy="30822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8"/>
          <p:cNvGrpSpPr/>
          <p:nvPr/>
        </p:nvGrpSpPr>
        <p:grpSpPr>
          <a:xfrm>
            <a:off x="1328538" y="794810"/>
            <a:ext cx="476460" cy="110700"/>
            <a:chOff x="2147366" y="4139382"/>
            <a:chExt cx="635280" cy="147600"/>
          </a:xfrm>
        </p:grpSpPr>
        <p:sp>
          <p:nvSpPr>
            <p:cNvPr id="119" name="Google Shape;119;p1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8"/>
          <p:cNvGrpSpPr/>
          <p:nvPr/>
        </p:nvGrpSpPr>
        <p:grpSpPr>
          <a:xfrm>
            <a:off x="4140038" y="3454782"/>
            <a:ext cx="4021875" cy="976481"/>
            <a:chOff x="2176863" y="4518413"/>
            <a:chExt cx="5362500" cy="1301975"/>
          </a:xfrm>
        </p:grpSpPr>
        <p:sp>
          <p:nvSpPr>
            <p:cNvPr id="123" name="Google Shape;123;p18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fmla="val 9303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4241800" y="3537372"/>
            <a:ext cx="476460" cy="110700"/>
            <a:chOff x="2147366" y="4139382"/>
            <a:chExt cx="635280" cy="147600"/>
          </a:xfrm>
        </p:grpSpPr>
        <p:sp>
          <p:nvSpPr>
            <p:cNvPr id="126" name="Google Shape;126;p1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8"/>
          <p:cNvSpPr txBox="1"/>
          <p:nvPr>
            <p:ph type="title"/>
          </p:nvPr>
        </p:nvSpPr>
        <p:spPr>
          <a:xfrm>
            <a:off x="1632656" y="853350"/>
            <a:ext cx="5097600" cy="24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30" name="Google Shape;130;p18"/>
          <p:cNvSpPr txBox="1"/>
          <p:nvPr>
            <p:ph idx="1" type="subTitle"/>
          </p:nvPr>
        </p:nvSpPr>
        <p:spPr>
          <a:xfrm>
            <a:off x="4300144" y="3730650"/>
            <a:ext cx="37017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title">
  <p:cSld name="CUSTOM_18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38" y="315829"/>
            <a:ext cx="8520600" cy="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2 Intro">
  <p:cSld name="CUSTOM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852544" y="817313"/>
            <a:ext cx="51981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20"/>
          <p:cNvGrpSpPr/>
          <p:nvPr/>
        </p:nvGrpSpPr>
        <p:grpSpPr>
          <a:xfrm>
            <a:off x="954297" y="899894"/>
            <a:ext cx="476460" cy="110700"/>
            <a:chOff x="2147366" y="4139382"/>
            <a:chExt cx="635280" cy="147600"/>
          </a:xfrm>
        </p:grpSpPr>
        <p:sp>
          <p:nvSpPr>
            <p:cNvPr id="136" name="Google Shape;136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0"/>
          <p:cNvSpPr/>
          <p:nvPr/>
        </p:nvSpPr>
        <p:spPr>
          <a:xfrm>
            <a:off x="5301881" y="1665994"/>
            <a:ext cx="2961000" cy="2187600"/>
          </a:xfrm>
          <a:prstGeom prst="roundRect">
            <a:avLst>
              <a:gd fmla="val 6604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5301881" y="1665994"/>
            <a:ext cx="2961000" cy="2187600"/>
          </a:xfrm>
          <a:prstGeom prst="roundRect">
            <a:avLst>
              <a:gd fmla="val 6604" name="adj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20"/>
          <p:cNvGrpSpPr/>
          <p:nvPr/>
        </p:nvGrpSpPr>
        <p:grpSpPr>
          <a:xfrm>
            <a:off x="5432210" y="1748575"/>
            <a:ext cx="476460" cy="110700"/>
            <a:chOff x="2147366" y="4139382"/>
            <a:chExt cx="635280" cy="147600"/>
          </a:xfrm>
        </p:grpSpPr>
        <p:sp>
          <p:nvSpPr>
            <p:cNvPr id="142" name="Google Shape;142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20"/>
          <p:cNvSpPr txBox="1"/>
          <p:nvPr>
            <p:ph type="title"/>
          </p:nvPr>
        </p:nvSpPr>
        <p:spPr>
          <a:xfrm>
            <a:off x="1096838" y="1346738"/>
            <a:ext cx="3991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45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1096819" y="2173669"/>
            <a:ext cx="3991800" cy="19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Talking Points">
  <p:cSld name="CUSTOM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1"/>
          <p:cNvGrpSpPr/>
          <p:nvPr/>
        </p:nvGrpSpPr>
        <p:grpSpPr>
          <a:xfrm>
            <a:off x="6150825" y="3104081"/>
            <a:ext cx="2631825" cy="1523025"/>
            <a:chOff x="8115925" y="1776575"/>
            <a:chExt cx="3509100" cy="2030700"/>
          </a:xfrm>
        </p:grpSpPr>
        <p:sp>
          <p:nvSpPr>
            <p:cNvPr id="149" name="Google Shape;149;p21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0" name="Google Shape;150;p21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151" name="Google Shape;151;p21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21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21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4" name="Google Shape;154;p21"/>
          <p:cNvGrpSpPr/>
          <p:nvPr/>
        </p:nvGrpSpPr>
        <p:grpSpPr>
          <a:xfrm>
            <a:off x="361350" y="3104081"/>
            <a:ext cx="2631825" cy="1523025"/>
            <a:chOff x="396625" y="1776575"/>
            <a:chExt cx="3509100" cy="2030700"/>
          </a:xfrm>
        </p:grpSpPr>
        <p:sp>
          <p:nvSpPr>
            <p:cNvPr id="155" name="Google Shape;155;p21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" name="Google Shape;156;p21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157" name="Google Shape;157;p21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21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21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0" name="Google Shape;160;p21"/>
          <p:cNvGrpSpPr/>
          <p:nvPr/>
        </p:nvGrpSpPr>
        <p:grpSpPr>
          <a:xfrm>
            <a:off x="3256088" y="3104081"/>
            <a:ext cx="2631825" cy="1523025"/>
            <a:chOff x="4234200" y="1776575"/>
            <a:chExt cx="3509100" cy="2030700"/>
          </a:xfrm>
        </p:grpSpPr>
        <p:sp>
          <p:nvSpPr>
            <p:cNvPr id="161" name="Google Shape;161;p21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2" name="Google Shape;162;p21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163" name="Google Shape;163;p21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21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21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" name="Google Shape;166;p21"/>
          <p:cNvGrpSpPr/>
          <p:nvPr/>
        </p:nvGrpSpPr>
        <p:grpSpPr>
          <a:xfrm>
            <a:off x="361350" y="1332431"/>
            <a:ext cx="2631825" cy="1523025"/>
            <a:chOff x="396625" y="1776575"/>
            <a:chExt cx="3509100" cy="2030700"/>
          </a:xfrm>
        </p:grpSpPr>
        <p:sp>
          <p:nvSpPr>
            <p:cNvPr id="167" name="Google Shape;167;p21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" name="Google Shape;168;p21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169" name="Google Shape;169;p21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21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21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" name="Google Shape;172;p21"/>
          <p:cNvGrpSpPr/>
          <p:nvPr/>
        </p:nvGrpSpPr>
        <p:grpSpPr>
          <a:xfrm>
            <a:off x="6150825" y="1332431"/>
            <a:ext cx="2631825" cy="1523025"/>
            <a:chOff x="8115925" y="1776575"/>
            <a:chExt cx="3509100" cy="2030700"/>
          </a:xfrm>
        </p:grpSpPr>
        <p:sp>
          <p:nvSpPr>
            <p:cNvPr id="173" name="Google Shape;173;p21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4" name="Google Shape;174;p21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175" name="Google Shape;175;p21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21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1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8" name="Google Shape;178;p21"/>
          <p:cNvGrpSpPr/>
          <p:nvPr/>
        </p:nvGrpSpPr>
        <p:grpSpPr>
          <a:xfrm>
            <a:off x="3256088" y="1332431"/>
            <a:ext cx="2631825" cy="1523025"/>
            <a:chOff x="4234200" y="1776575"/>
            <a:chExt cx="3509100" cy="2030700"/>
          </a:xfrm>
        </p:grpSpPr>
        <p:sp>
          <p:nvSpPr>
            <p:cNvPr id="179" name="Google Shape;179;p21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0" name="Google Shape;180;p21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181" name="Google Shape;181;p21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1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21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184;p21"/>
          <p:cNvSpPr txBox="1"/>
          <p:nvPr>
            <p:ph type="title"/>
          </p:nvPr>
        </p:nvSpPr>
        <p:spPr>
          <a:xfrm>
            <a:off x="368081" y="392456"/>
            <a:ext cx="840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431963" y="1828181"/>
            <a:ext cx="2471100" cy="9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2" type="body"/>
          </p:nvPr>
        </p:nvSpPr>
        <p:spPr>
          <a:xfrm>
            <a:off x="3313959" y="1828181"/>
            <a:ext cx="2471100" cy="9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3" type="body"/>
          </p:nvPr>
        </p:nvSpPr>
        <p:spPr>
          <a:xfrm>
            <a:off x="431963" y="3587569"/>
            <a:ext cx="2471100" cy="9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8" name="Google Shape;188;p21"/>
          <p:cNvSpPr txBox="1"/>
          <p:nvPr>
            <p:ph idx="4" type="body"/>
          </p:nvPr>
        </p:nvSpPr>
        <p:spPr>
          <a:xfrm>
            <a:off x="3313959" y="3587569"/>
            <a:ext cx="2471100" cy="9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9" name="Google Shape;189;p21"/>
          <p:cNvSpPr txBox="1"/>
          <p:nvPr>
            <p:ph idx="5" type="title"/>
          </p:nvPr>
        </p:nvSpPr>
        <p:spPr>
          <a:xfrm>
            <a:off x="7070306" y="3135150"/>
            <a:ext cx="1625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drich"/>
              <a:buNone/>
              <a:defRPr sz="20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6" type="title"/>
          </p:nvPr>
        </p:nvSpPr>
        <p:spPr>
          <a:xfrm>
            <a:off x="3336525" y="1534950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drich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7" type="title"/>
          </p:nvPr>
        </p:nvSpPr>
        <p:spPr>
          <a:xfrm>
            <a:off x="368081" y="3065744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drich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8" type="title"/>
          </p:nvPr>
        </p:nvSpPr>
        <p:spPr>
          <a:xfrm>
            <a:off x="3336525" y="3065744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drich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9" type="body"/>
          </p:nvPr>
        </p:nvSpPr>
        <p:spPr>
          <a:xfrm>
            <a:off x="6224531" y="1828181"/>
            <a:ext cx="2471100" cy="9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21"/>
          <p:cNvSpPr txBox="1"/>
          <p:nvPr>
            <p:ph idx="13" type="body"/>
          </p:nvPr>
        </p:nvSpPr>
        <p:spPr>
          <a:xfrm>
            <a:off x="6224531" y="3587569"/>
            <a:ext cx="2471100" cy="9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5" name="Google Shape;195;p21"/>
          <p:cNvSpPr txBox="1"/>
          <p:nvPr>
            <p:ph idx="14" type="title"/>
          </p:nvPr>
        </p:nvSpPr>
        <p:spPr>
          <a:xfrm>
            <a:off x="6304969" y="1534950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drich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96" name="Google Shape;196;p21"/>
          <p:cNvSpPr txBox="1"/>
          <p:nvPr>
            <p:ph idx="15" type="title"/>
          </p:nvPr>
        </p:nvSpPr>
        <p:spPr>
          <a:xfrm>
            <a:off x="6304969" y="3065744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drich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ril Fatface"/>
              <a:buNone/>
              <a:defRPr sz="2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Section Title">
  <p:cSld name="CUSTOM_3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/>
          <p:nvPr/>
        </p:nvSpPr>
        <p:spPr>
          <a:xfrm>
            <a:off x="839363" y="817313"/>
            <a:ext cx="7465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954297" y="899894"/>
            <a:ext cx="476460" cy="110700"/>
            <a:chOff x="2147366" y="4139382"/>
            <a:chExt cx="635280" cy="147600"/>
          </a:xfrm>
        </p:grpSpPr>
        <p:sp>
          <p:nvSpPr>
            <p:cNvPr id="200" name="Google Shape;200;p2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2"/>
          <p:cNvSpPr txBox="1"/>
          <p:nvPr>
            <p:ph type="title"/>
          </p:nvPr>
        </p:nvSpPr>
        <p:spPr>
          <a:xfrm>
            <a:off x="2858775" y="1531247"/>
            <a:ext cx="47595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ldrich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bril Fatface"/>
              <a:buNone/>
              <a:defRPr sz="4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1525725" y="3039628"/>
            <a:ext cx="609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6 Two columns">
  <p:cSld name="CUSTOM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4790981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23"/>
          <p:cNvGrpSpPr/>
          <p:nvPr/>
        </p:nvGrpSpPr>
        <p:grpSpPr>
          <a:xfrm>
            <a:off x="4905916" y="1154800"/>
            <a:ext cx="476460" cy="110700"/>
            <a:chOff x="2147366" y="4139382"/>
            <a:chExt cx="635280" cy="147600"/>
          </a:xfrm>
        </p:grpSpPr>
        <p:sp>
          <p:nvSpPr>
            <p:cNvPr id="208" name="Google Shape;208;p2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3"/>
          <p:cNvSpPr/>
          <p:nvPr/>
        </p:nvSpPr>
        <p:spPr>
          <a:xfrm>
            <a:off x="745819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23"/>
          <p:cNvGrpSpPr/>
          <p:nvPr/>
        </p:nvGrpSpPr>
        <p:grpSpPr>
          <a:xfrm>
            <a:off x="860753" y="1154800"/>
            <a:ext cx="476460" cy="110700"/>
            <a:chOff x="2147366" y="4139382"/>
            <a:chExt cx="635280" cy="147600"/>
          </a:xfrm>
        </p:grpSpPr>
        <p:sp>
          <p:nvSpPr>
            <p:cNvPr id="213" name="Google Shape;213;p2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23"/>
          <p:cNvSpPr txBox="1"/>
          <p:nvPr>
            <p:ph type="title"/>
          </p:nvPr>
        </p:nvSpPr>
        <p:spPr>
          <a:xfrm>
            <a:off x="745819" y="271181"/>
            <a:ext cx="75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986306" y="1701394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2" type="body"/>
          </p:nvPr>
        </p:nvSpPr>
        <p:spPr>
          <a:xfrm>
            <a:off x="5009456" y="1691250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5 One column">
  <p:cSld name="CUSTOM_5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/>
          <p:nvPr/>
        </p:nvSpPr>
        <p:spPr>
          <a:xfrm>
            <a:off x="592556" y="667613"/>
            <a:ext cx="7465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24"/>
          <p:cNvGrpSpPr/>
          <p:nvPr/>
        </p:nvGrpSpPr>
        <p:grpSpPr>
          <a:xfrm>
            <a:off x="707491" y="750194"/>
            <a:ext cx="476460" cy="110700"/>
            <a:chOff x="2147366" y="4139382"/>
            <a:chExt cx="635280" cy="147600"/>
          </a:xfrm>
        </p:grpSpPr>
        <p:sp>
          <p:nvSpPr>
            <p:cNvPr id="222" name="Google Shape;222;p2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690356" y="1421475"/>
            <a:ext cx="58455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26" name="Google Shape;226;p24"/>
          <p:cNvSpPr txBox="1"/>
          <p:nvPr>
            <p:ph type="title"/>
          </p:nvPr>
        </p:nvSpPr>
        <p:spPr>
          <a:xfrm>
            <a:off x="690356" y="634125"/>
            <a:ext cx="58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2" type="body"/>
          </p:nvPr>
        </p:nvSpPr>
        <p:spPr>
          <a:xfrm>
            <a:off x="690356" y="1916606"/>
            <a:ext cx="5845500" cy="25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7 Quote">
  <p:cSld name="CUSTOM_6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/>
          <p:nvPr/>
        </p:nvSpPr>
        <p:spPr>
          <a:xfrm>
            <a:off x="499500" y="453169"/>
            <a:ext cx="8199600" cy="40137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25"/>
          <p:cNvGrpSpPr/>
          <p:nvPr/>
        </p:nvGrpSpPr>
        <p:grpSpPr>
          <a:xfrm>
            <a:off x="614434" y="535750"/>
            <a:ext cx="476460" cy="110700"/>
            <a:chOff x="2147366" y="4139382"/>
            <a:chExt cx="635280" cy="147600"/>
          </a:xfrm>
        </p:grpSpPr>
        <p:sp>
          <p:nvSpPr>
            <p:cNvPr id="231" name="Google Shape;231;p25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5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25"/>
          <p:cNvGrpSpPr/>
          <p:nvPr/>
        </p:nvGrpSpPr>
        <p:grpSpPr>
          <a:xfrm>
            <a:off x="6141822" y="4125385"/>
            <a:ext cx="2780456" cy="852794"/>
            <a:chOff x="2176863" y="4518413"/>
            <a:chExt cx="5362500" cy="1301975"/>
          </a:xfrm>
        </p:grpSpPr>
        <p:sp>
          <p:nvSpPr>
            <p:cNvPr id="235" name="Google Shape;235;p25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fmla="val 93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5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fmla="val 9303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25"/>
          <p:cNvGrpSpPr/>
          <p:nvPr/>
        </p:nvGrpSpPr>
        <p:grpSpPr>
          <a:xfrm>
            <a:off x="6243569" y="4207835"/>
            <a:ext cx="476460" cy="110700"/>
            <a:chOff x="2147366" y="4139382"/>
            <a:chExt cx="635280" cy="147600"/>
          </a:xfrm>
        </p:grpSpPr>
        <p:sp>
          <p:nvSpPr>
            <p:cNvPr id="238" name="Google Shape;238;p25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5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25"/>
          <p:cNvSpPr txBox="1"/>
          <p:nvPr>
            <p:ph type="title"/>
          </p:nvPr>
        </p:nvSpPr>
        <p:spPr>
          <a:xfrm>
            <a:off x="614438" y="1405144"/>
            <a:ext cx="7955100" cy="237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6052838" y="4318538"/>
            <a:ext cx="2815800" cy="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9 Big Title">
  <p:cSld name="CUSTOM_7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/>
          <p:nvPr/>
        </p:nvSpPr>
        <p:spPr>
          <a:xfrm>
            <a:off x="472275" y="453169"/>
            <a:ext cx="8199600" cy="40137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p26"/>
          <p:cNvGrpSpPr/>
          <p:nvPr/>
        </p:nvGrpSpPr>
        <p:grpSpPr>
          <a:xfrm>
            <a:off x="614434" y="535750"/>
            <a:ext cx="476460" cy="110700"/>
            <a:chOff x="2147366" y="4139382"/>
            <a:chExt cx="635280" cy="147600"/>
          </a:xfrm>
        </p:grpSpPr>
        <p:sp>
          <p:nvSpPr>
            <p:cNvPr id="246" name="Google Shape;246;p2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26"/>
          <p:cNvSpPr txBox="1"/>
          <p:nvPr>
            <p:ph type="title"/>
          </p:nvPr>
        </p:nvSpPr>
        <p:spPr>
          <a:xfrm>
            <a:off x="586350" y="689869"/>
            <a:ext cx="7971300" cy="35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hree columns">
  <p:cSld name="CUSTOM_8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/>
          <p:nvPr/>
        </p:nvSpPr>
        <p:spPr>
          <a:xfrm>
            <a:off x="499500" y="1138969"/>
            <a:ext cx="8199600" cy="34653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27"/>
          <p:cNvGrpSpPr/>
          <p:nvPr/>
        </p:nvGrpSpPr>
        <p:grpSpPr>
          <a:xfrm>
            <a:off x="614434" y="1221550"/>
            <a:ext cx="476460" cy="110700"/>
            <a:chOff x="2147366" y="4139382"/>
            <a:chExt cx="635280" cy="147600"/>
          </a:xfrm>
        </p:grpSpPr>
        <p:sp>
          <p:nvSpPr>
            <p:cNvPr id="253" name="Google Shape;253;p2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913169" y="1350202"/>
            <a:ext cx="7316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57" name="Google Shape;257;p27"/>
          <p:cNvSpPr txBox="1"/>
          <p:nvPr>
            <p:ph idx="2" type="subTitle"/>
          </p:nvPr>
        </p:nvSpPr>
        <p:spPr>
          <a:xfrm>
            <a:off x="913169" y="2325270"/>
            <a:ext cx="7316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58" name="Google Shape;258;p27"/>
          <p:cNvSpPr txBox="1"/>
          <p:nvPr>
            <p:ph idx="3" type="subTitle"/>
          </p:nvPr>
        </p:nvSpPr>
        <p:spPr>
          <a:xfrm>
            <a:off x="913169" y="3300338"/>
            <a:ext cx="7316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513113" y="269147"/>
            <a:ext cx="731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60" name="Google Shape;260;p27"/>
          <p:cNvSpPr txBox="1"/>
          <p:nvPr>
            <p:ph idx="4" type="body"/>
          </p:nvPr>
        </p:nvSpPr>
        <p:spPr>
          <a:xfrm>
            <a:off x="913163" y="1678664"/>
            <a:ext cx="73164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1" name="Google Shape;261;p27"/>
          <p:cNvSpPr txBox="1"/>
          <p:nvPr>
            <p:ph idx="5" type="body"/>
          </p:nvPr>
        </p:nvSpPr>
        <p:spPr>
          <a:xfrm>
            <a:off x="913163" y="2645158"/>
            <a:ext cx="73164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" name="Google Shape;262;p27"/>
          <p:cNvSpPr txBox="1"/>
          <p:nvPr>
            <p:ph idx="6" type="body"/>
          </p:nvPr>
        </p:nvSpPr>
        <p:spPr>
          <a:xfrm>
            <a:off x="913163" y="3610303"/>
            <a:ext cx="7317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eam">
  <p:cSld name="CUSTOM_8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/>
          <p:nvPr/>
        </p:nvSpPr>
        <p:spPr>
          <a:xfrm>
            <a:off x="6013238" y="1726125"/>
            <a:ext cx="2358900" cy="2927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3352613" y="1726125"/>
            <a:ext cx="2358900" cy="2927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691988" y="1726125"/>
            <a:ext cx="2358900" cy="2927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" name="Google Shape;267;p28"/>
          <p:cNvGrpSpPr/>
          <p:nvPr/>
        </p:nvGrpSpPr>
        <p:grpSpPr>
          <a:xfrm>
            <a:off x="1108350" y="1223644"/>
            <a:ext cx="1561050" cy="1236825"/>
            <a:chOff x="1381925" y="1555325"/>
            <a:chExt cx="2081400" cy="1649100"/>
          </a:xfrm>
        </p:grpSpPr>
        <p:sp>
          <p:nvSpPr>
            <p:cNvPr id="268" name="Google Shape;268;p28"/>
            <p:cNvSpPr/>
            <p:nvPr/>
          </p:nvSpPr>
          <p:spPr>
            <a:xfrm>
              <a:off x="1381925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1381925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28"/>
          <p:cNvGrpSpPr/>
          <p:nvPr/>
        </p:nvGrpSpPr>
        <p:grpSpPr>
          <a:xfrm>
            <a:off x="1167128" y="1307350"/>
            <a:ext cx="476460" cy="110700"/>
            <a:chOff x="2147366" y="4139382"/>
            <a:chExt cx="635280" cy="147600"/>
          </a:xfrm>
        </p:grpSpPr>
        <p:sp>
          <p:nvSpPr>
            <p:cNvPr id="271" name="Google Shape;271;p2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28"/>
          <p:cNvGrpSpPr/>
          <p:nvPr/>
        </p:nvGrpSpPr>
        <p:grpSpPr>
          <a:xfrm>
            <a:off x="3751528" y="1223644"/>
            <a:ext cx="1561050" cy="1236825"/>
            <a:chOff x="5002050" y="1555325"/>
            <a:chExt cx="2081400" cy="1649100"/>
          </a:xfrm>
        </p:grpSpPr>
        <p:sp>
          <p:nvSpPr>
            <p:cNvPr id="275" name="Google Shape;275;p28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28"/>
          <p:cNvGrpSpPr/>
          <p:nvPr/>
        </p:nvGrpSpPr>
        <p:grpSpPr>
          <a:xfrm>
            <a:off x="6412163" y="1223644"/>
            <a:ext cx="1561050" cy="1236825"/>
            <a:chOff x="8549550" y="1555325"/>
            <a:chExt cx="2081400" cy="1649100"/>
          </a:xfrm>
        </p:grpSpPr>
        <p:sp>
          <p:nvSpPr>
            <p:cNvPr id="278" name="Google Shape;278;p28"/>
            <p:cNvSpPr/>
            <p:nvPr/>
          </p:nvSpPr>
          <p:spPr>
            <a:xfrm>
              <a:off x="8549550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8549550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28"/>
          <p:cNvGrpSpPr/>
          <p:nvPr/>
        </p:nvGrpSpPr>
        <p:grpSpPr>
          <a:xfrm>
            <a:off x="3789644" y="1307350"/>
            <a:ext cx="476460" cy="110700"/>
            <a:chOff x="2147366" y="4139382"/>
            <a:chExt cx="635280" cy="147600"/>
          </a:xfrm>
        </p:grpSpPr>
        <p:sp>
          <p:nvSpPr>
            <p:cNvPr id="281" name="Google Shape;281;p2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28"/>
          <p:cNvGrpSpPr/>
          <p:nvPr/>
        </p:nvGrpSpPr>
        <p:grpSpPr>
          <a:xfrm>
            <a:off x="6469113" y="1307350"/>
            <a:ext cx="476460" cy="110700"/>
            <a:chOff x="2147366" y="4139382"/>
            <a:chExt cx="635280" cy="147600"/>
          </a:xfrm>
        </p:grpSpPr>
        <p:sp>
          <p:nvSpPr>
            <p:cNvPr id="285" name="Google Shape;285;p2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28"/>
          <p:cNvSpPr txBox="1"/>
          <p:nvPr>
            <p:ph idx="1" type="subTitle"/>
          </p:nvPr>
        </p:nvSpPr>
        <p:spPr>
          <a:xfrm>
            <a:off x="891789" y="2672606"/>
            <a:ext cx="19941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accen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89" name="Google Shape;289;p28"/>
          <p:cNvSpPr txBox="1"/>
          <p:nvPr>
            <p:ph idx="2" type="subTitle"/>
          </p:nvPr>
        </p:nvSpPr>
        <p:spPr>
          <a:xfrm>
            <a:off x="3534977" y="2672606"/>
            <a:ext cx="19941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90" name="Google Shape;290;p28"/>
          <p:cNvSpPr txBox="1"/>
          <p:nvPr>
            <p:ph idx="3" type="subTitle"/>
          </p:nvPr>
        </p:nvSpPr>
        <p:spPr>
          <a:xfrm>
            <a:off x="6178164" y="2672606"/>
            <a:ext cx="19941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accent3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91" name="Google Shape;291;p28"/>
          <p:cNvSpPr txBox="1"/>
          <p:nvPr>
            <p:ph type="title"/>
          </p:nvPr>
        </p:nvSpPr>
        <p:spPr>
          <a:xfrm>
            <a:off x="891788" y="273581"/>
            <a:ext cx="72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4" type="body"/>
          </p:nvPr>
        </p:nvSpPr>
        <p:spPr>
          <a:xfrm>
            <a:off x="891788" y="3001069"/>
            <a:ext cx="19941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93" name="Google Shape;293;p28"/>
          <p:cNvSpPr txBox="1"/>
          <p:nvPr>
            <p:ph idx="5" type="body"/>
          </p:nvPr>
        </p:nvSpPr>
        <p:spPr>
          <a:xfrm>
            <a:off x="3534975" y="2992497"/>
            <a:ext cx="19941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94" name="Google Shape;294;p28"/>
          <p:cNvSpPr txBox="1"/>
          <p:nvPr>
            <p:ph idx="6" type="body"/>
          </p:nvPr>
        </p:nvSpPr>
        <p:spPr>
          <a:xfrm>
            <a:off x="6178163" y="2982575"/>
            <a:ext cx="19941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 Text and Image">
  <p:cSld name="CUSTOM_9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308456" y="1295250"/>
            <a:ext cx="3343800" cy="17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2pPr>
            <a:lvl3pPr lvl="2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3pPr>
            <a:lvl4pPr lvl="3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4pPr>
            <a:lvl5pPr lvl="4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5pPr>
            <a:lvl6pPr lvl="5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6pPr>
            <a:lvl7pPr lvl="6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7pPr>
            <a:lvl8pPr lvl="7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8pPr>
            <a:lvl9pPr lvl="8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9pPr>
          </a:lstStyle>
          <a:p/>
        </p:txBody>
      </p:sp>
      <p:sp>
        <p:nvSpPr>
          <p:cNvPr id="297" name="Google Shape;297;p29"/>
          <p:cNvSpPr txBox="1"/>
          <p:nvPr>
            <p:ph idx="1" type="subTitle"/>
          </p:nvPr>
        </p:nvSpPr>
        <p:spPr>
          <a:xfrm>
            <a:off x="308456" y="3772331"/>
            <a:ext cx="33438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2 Percentages">
  <p:cSld name="CUSTOM_1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/>
          <p:nvPr/>
        </p:nvSpPr>
        <p:spPr>
          <a:xfrm>
            <a:off x="6215625" y="1746600"/>
            <a:ext cx="2571900" cy="2696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p30"/>
          <p:cNvGrpSpPr/>
          <p:nvPr/>
        </p:nvGrpSpPr>
        <p:grpSpPr>
          <a:xfrm>
            <a:off x="6322328" y="1844125"/>
            <a:ext cx="476460" cy="110700"/>
            <a:chOff x="2147366" y="4139382"/>
            <a:chExt cx="635280" cy="147600"/>
          </a:xfrm>
        </p:grpSpPr>
        <p:sp>
          <p:nvSpPr>
            <p:cNvPr id="301" name="Google Shape;301;p3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30"/>
          <p:cNvSpPr/>
          <p:nvPr/>
        </p:nvSpPr>
        <p:spPr>
          <a:xfrm>
            <a:off x="3286013" y="1321706"/>
            <a:ext cx="2571900" cy="2696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0"/>
          <p:cNvSpPr/>
          <p:nvPr/>
        </p:nvSpPr>
        <p:spPr>
          <a:xfrm>
            <a:off x="3286013" y="1321706"/>
            <a:ext cx="2571900" cy="2696100"/>
          </a:xfrm>
          <a:prstGeom prst="roundRect">
            <a:avLst>
              <a:gd fmla="val 3539" name="adj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30"/>
          <p:cNvGrpSpPr/>
          <p:nvPr/>
        </p:nvGrpSpPr>
        <p:grpSpPr>
          <a:xfrm>
            <a:off x="3392716" y="1419232"/>
            <a:ext cx="476460" cy="110700"/>
            <a:chOff x="2147366" y="4139382"/>
            <a:chExt cx="635280" cy="147600"/>
          </a:xfrm>
        </p:grpSpPr>
        <p:sp>
          <p:nvSpPr>
            <p:cNvPr id="307" name="Google Shape;307;p3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30"/>
          <p:cNvSpPr/>
          <p:nvPr/>
        </p:nvSpPr>
        <p:spPr>
          <a:xfrm>
            <a:off x="356400" y="1725638"/>
            <a:ext cx="2571900" cy="2696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30"/>
          <p:cNvGrpSpPr/>
          <p:nvPr/>
        </p:nvGrpSpPr>
        <p:grpSpPr>
          <a:xfrm>
            <a:off x="463103" y="1823163"/>
            <a:ext cx="476460" cy="110700"/>
            <a:chOff x="2147366" y="4139382"/>
            <a:chExt cx="635280" cy="147600"/>
          </a:xfrm>
        </p:grpSpPr>
        <p:sp>
          <p:nvSpPr>
            <p:cNvPr id="312" name="Google Shape;312;p3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30"/>
          <p:cNvSpPr txBox="1"/>
          <p:nvPr>
            <p:ph hasCustomPrompt="1" type="title"/>
          </p:nvPr>
        </p:nvSpPr>
        <p:spPr>
          <a:xfrm>
            <a:off x="536269" y="2191763"/>
            <a:ext cx="2211300" cy="89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b="0" sz="53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316" name="Google Shape;316;p30"/>
          <p:cNvSpPr txBox="1"/>
          <p:nvPr>
            <p:ph idx="2" type="title"/>
          </p:nvPr>
        </p:nvSpPr>
        <p:spPr>
          <a:xfrm>
            <a:off x="536269" y="273581"/>
            <a:ext cx="803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/>
        </p:txBody>
      </p:sp>
      <p:sp>
        <p:nvSpPr>
          <p:cNvPr id="317" name="Google Shape;317;p30"/>
          <p:cNvSpPr txBox="1"/>
          <p:nvPr>
            <p:ph hasCustomPrompt="1" idx="3" type="title"/>
          </p:nvPr>
        </p:nvSpPr>
        <p:spPr>
          <a:xfrm>
            <a:off x="3448680" y="1848863"/>
            <a:ext cx="2211300" cy="89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b="0" sz="53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318" name="Google Shape;318;p30"/>
          <p:cNvSpPr txBox="1"/>
          <p:nvPr>
            <p:ph hasCustomPrompt="1" idx="4" type="title"/>
          </p:nvPr>
        </p:nvSpPr>
        <p:spPr>
          <a:xfrm>
            <a:off x="6361090" y="2191763"/>
            <a:ext cx="2211300" cy="89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b="0" sz="53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319" name="Google Shape;319;p30"/>
          <p:cNvSpPr txBox="1"/>
          <p:nvPr>
            <p:ph idx="1" type="body"/>
          </p:nvPr>
        </p:nvSpPr>
        <p:spPr>
          <a:xfrm>
            <a:off x="6361085" y="3122944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320" name="Google Shape;320;p30"/>
          <p:cNvSpPr txBox="1"/>
          <p:nvPr>
            <p:ph idx="5" type="body"/>
          </p:nvPr>
        </p:nvSpPr>
        <p:spPr>
          <a:xfrm>
            <a:off x="3448677" y="2771681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321" name="Google Shape;321;p30"/>
          <p:cNvSpPr txBox="1"/>
          <p:nvPr>
            <p:ph idx="6" type="body"/>
          </p:nvPr>
        </p:nvSpPr>
        <p:spPr>
          <a:xfrm>
            <a:off x="536269" y="3114581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3 Six columns">
  <p:cSld name="CUSTOM_1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/>
          <p:nvPr/>
        </p:nvSpPr>
        <p:spPr>
          <a:xfrm>
            <a:off x="478256" y="1239113"/>
            <a:ext cx="82461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" name="Google Shape;324;p31"/>
          <p:cNvGrpSpPr/>
          <p:nvPr/>
        </p:nvGrpSpPr>
        <p:grpSpPr>
          <a:xfrm>
            <a:off x="593191" y="1321694"/>
            <a:ext cx="476460" cy="110700"/>
            <a:chOff x="2147366" y="4139382"/>
            <a:chExt cx="635280" cy="147600"/>
          </a:xfrm>
        </p:grpSpPr>
        <p:sp>
          <p:nvSpPr>
            <p:cNvPr id="325" name="Google Shape;325;p31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31"/>
          <p:cNvSpPr txBox="1"/>
          <p:nvPr>
            <p:ph idx="1" type="subTitle"/>
          </p:nvPr>
        </p:nvSpPr>
        <p:spPr>
          <a:xfrm>
            <a:off x="801113" y="1794150"/>
            <a:ext cx="2263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accent3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329" name="Google Shape;329;p31"/>
          <p:cNvSpPr txBox="1"/>
          <p:nvPr>
            <p:ph idx="2" type="subTitle"/>
          </p:nvPr>
        </p:nvSpPr>
        <p:spPr>
          <a:xfrm>
            <a:off x="801113" y="3186693"/>
            <a:ext cx="2263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330" name="Google Shape;330;p31"/>
          <p:cNvSpPr txBox="1"/>
          <p:nvPr>
            <p:ph idx="3" type="subTitle"/>
          </p:nvPr>
        </p:nvSpPr>
        <p:spPr>
          <a:xfrm>
            <a:off x="6136020" y="1801185"/>
            <a:ext cx="2263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accen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331" name="Google Shape;331;p31"/>
          <p:cNvSpPr txBox="1"/>
          <p:nvPr>
            <p:ph idx="4" type="subTitle"/>
          </p:nvPr>
        </p:nvSpPr>
        <p:spPr>
          <a:xfrm>
            <a:off x="3482976" y="1807162"/>
            <a:ext cx="2263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332" name="Google Shape;332;p31"/>
          <p:cNvSpPr txBox="1"/>
          <p:nvPr>
            <p:ph idx="5" type="subTitle"/>
          </p:nvPr>
        </p:nvSpPr>
        <p:spPr>
          <a:xfrm>
            <a:off x="3482976" y="3186693"/>
            <a:ext cx="2263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accen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333" name="Google Shape;333;p31"/>
          <p:cNvSpPr txBox="1"/>
          <p:nvPr>
            <p:ph idx="6" type="subTitle"/>
          </p:nvPr>
        </p:nvSpPr>
        <p:spPr>
          <a:xfrm>
            <a:off x="6136020" y="3172785"/>
            <a:ext cx="2263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accent3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300" y="273581"/>
            <a:ext cx="81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35" name="Google Shape;335;p31"/>
          <p:cNvSpPr txBox="1"/>
          <p:nvPr>
            <p:ph idx="7" type="body"/>
          </p:nvPr>
        </p:nvSpPr>
        <p:spPr>
          <a:xfrm>
            <a:off x="3482976" y="2113800"/>
            <a:ext cx="22635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6" name="Google Shape;336;p31"/>
          <p:cNvSpPr txBox="1"/>
          <p:nvPr>
            <p:ph idx="8" type="body"/>
          </p:nvPr>
        </p:nvSpPr>
        <p:spPr>
          <a:xfrm>
            <a:off x="6136020" y="3485400"/>
            <a:ext cx="22635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7" name="Google Shape;337;p31"/>
          <p:cNvSpPr txBox="1"/>
          <p:nvPr>
            <p:ph idx="9" type="body"/>
          </p:nvPr>
        </p:nvSpPr>
        <p:spPr>
          <a:xfrm>
            <a:off x="3482976" y="3485400"/>
            <a:ext cx="22635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8" name="Google Shape;338;p31"/>
          <p:cNvSpPr txBox="1"/>
          <p:nvPr>
            <p:ph idx="13" type="body"/>
          </p:nvPr>
        </p:nvSpPr>
        <p:spPr>
          <a:xfrm>
            <a:off x="801113" y="2113800"/>
            <a:ext cx="22635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31"/>
          <p:cNvSpPr txBox="1"/>
          <p:nvPr>
            <p:ph idx="14" type="body"/>
          </p:nvPr>
        </p:nvSpPr>
        <p:spPr>
          <a:xfrm>
            <a:off x="6136020" y="2113800"/>
            <a:ext cx="22635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0" name="Google Shape;340;p31"/>
          <p:cNvSpPr txBox="1"/>
          <p:nvPr>
            <p:ph idx="15" type="body"/>
          </p:nvPr>
        </p:nvSpPr>
        <p:spPr>
          <a:xfrm>
            <a:off x="801113" y="3485400"/>
            <a:ext cx="22635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4 Map">
  <p:cSld name="CUSTOM_13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/>
          <p:nvPr/>
        </p:nvSpPr>
        <p:spPr>
          <a:xfrm>
            <a:off x="268406" y="254925"/>
            <a:ext cx="8058300" cy="4479000"/>
          </a:xfrm>
          <a:prstGeom prst="roundRect">
            <a:avLst>
              <a:gd fmla="val 1957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" name="Google Shape;343;p32"/>
          <p:cNvGrpSpPr/>
          <p:nvPr/>
        </p:nvGrpSpPr>
        <p:grpSpPr>
          <a:xfrm>
            <a:off x="6163449" y="1255944"/>
            <a:ext cx="2722263" cy="3728615"/>
            <a:chOff x="5002050" y="1555325"/>
            <a:chExt cx="2081400" cy="1649100"/>
          </a:xfrm>
        </p:grpSpPr>
        <p:sp>
          <p:nvSpPr>
            <p:cNvPr id="344" name="Google Shape;344;p32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fmla="val 3539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32"/>
          <p:cNvGrpSpPr/>
          <p:nvPr/>
        </p:nvGrpSpPr>
        <p:grpSpPr>
          <a:xfrm>
            <a:off x="341753" y="334338"/>
            <a:ext cx="476460" cy="110700"/>
            <a:chOff x="2147366" y="4139382"/>
            <a:chExt cx="635280" cy="147600"/>
          </a:xfrm>
        </p:grpSpPr>
        <p:sp>
          <p:nvSpPr>
            <p:cNvPr id="347" name="Google Shape;347;p3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6249934" y="1322875"/>
            <a:ext cx="476460" cy="110700"/>
            <a:chOff x="2147366" y="4139382"/>
            <a:chExt cx="635280" cy="147600"/>
          </a:xfrm>
        </p:grpSpPr>
        <p:sp>
          <p:nvSpPr>
            <p:cNvPr id="351" name="Google Shape;351;p3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32"/>
          <p:cNvSpPr txBox="1"/>
          <p:nvPr>
            <p:ph idx="1" type="subTitle"/>
          </p:nvPr>
        </p:nvSpPr>
        <p:spPr>
          <a:xfrm>
            <a:off x="6341025" y="1583231"/>
            <a:ext cx="2423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accen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55" name="Google Shape;355;p32"/>
          <p:cNvSpPr txBox="1"/>
          <p:nvPr>
            <p:ph idx="2" type="subTitle"/>
          </p:nvPr>
        </p:nvSpPr>
        <p:spPr>
          <a:xfrm>
            <a:off x="6341025" y="3248518"/>
            <a:ext cx="2423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accent3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56" name="Google Shape;356;p32"/>
          <p:cNvSpPr txBox="1"/>
          <p:nvPr>
            <p:ph type="title"/>
          </p:nvPr>
        </p:nvSpPr>
        <p:spPr>
          <a:xfrm>
            <a:off x="426000" y="445031"/>
            <a:ext cx="77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57" name="Google Shape;357;p32"/>
          <p:cNvSpPr txBox="1"/>
          <p:nvPr>
            <p:ph idx="3" type="body"/>
          </p:nvPr>
        </p:nvSpPr>
        <p:spPr>
          <a:xfrm>
            <a:off x="6341025" y="1910231"/>
            <a:ext cx="24234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58" name="Google Shape;358;p32"/>
          <p:cNvSpPr txBox="1"/>
          <p:nvPr>
            <p:ph idx="4" type="body"/>
          </p:nvPr>
        </p:nvSpPr>
        <p:spPr>
          <a:xfrm>
            <a:off x="6341025" y="3551475"/>
            <a:ext cx="24234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5 Timeline">
  <p:cSld name="CUSTOM_14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7316663" y="1513219"/>
            <a:ext cx="1659000" cy="2696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" name="Google Shape;361;p33"/>
          <p:cNvGrpSpPr/>
          <p:nvPr/>
        </p:nvGrpSpPr>
        <p:grpSpPr>
          <a:xfrm>
            <a:off x="7422709" y="1610744"/>
            <a:ext cx="476460" cy="110700"/>
            <a:chOff x="2147366" y="4139382"/>
            <a:chExt cx="635280" cy="147600"/>
          </a:xfrm>
        </p:grpSpPr>
        <p:sp>
          <p:nvSpPr>
            <p:cNvPr id="362" name="Google Shape;362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33"/>
          <p:cNvGrpSpPr/>
          <p:nvPr/>
        </p:nvGrpSpPr>
        <p:grpSpPr>
          <a:xfrm>
            <a:off x="5529598" y="1513219"/>
            <a:ext cx="1658925" cy="2696175"/>
            <a:chOff x="7395788" y="2017625"/>
            <a:chExt cx="2211900" cy="3594900"/>
          </a:xfrm>
        </p:grpSpPr>
        <p:sp>
          <p:nvSpPr>
            <p:cNvPr id="366" name="Google Shape;366;p33"/>
            <p:cNvSpPr/>
            <p:nvPr/>
          </p:nvSpPr>
          <p:spPr>
            <a:xfrm>
              <a:off x="7395788" y="2017625"/>
              <a:ext cx="2211900" cy="3594900"/>
            </a:xfrm>
            <a:prstGeom prst="roundRect">
              <a:avLst>
                <a:gd fmla="val 3539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3"/>
            <p:cNvSpPr/>
            <p:nvPr/>
          </p:nvSpPr>
          <p:spPr>
            <a:xfrm>
              <a:off x="7395788" y="2017625"/>
              <a:ext cx="2211900" cy="3594900"/>
            </a:xfrm>
            <a:prstGeom prst="roundRect">
              <a:avLst>
                <a:gd fmla="val 3539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33"/>
          <p:cNvSpPr/>
          <p:nvPr/>
        </p:nvSpPr>
        <p:spPr>
          <a:xfrm>
            <a:off x="3742533" y="1513219"/>
            <a:ext cx="1659000" cy="2696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p33"/>
          <p:cNvGrpSpPr/>
          <p:nvPr/>
        </p:nvGrpSpPr>
        <p:grpSpPr>
          <a:xfrm>
            <a:off x="5622035" y="1598425"/>
            <a:ext cx="476460" cy="110700"/>
            <a:chOff x="2147366" y="4139382"/>
            <a:chExt cx="635280" cy="147600"/>
          </a:xfrm>
        </p:grpSpPr>
        <p:sp>
          <p:nvSpPr>
            <p:cNvPr id="370" name="Google Shape;370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848585" y="1610744"/>
            <a:ext cx="476460" cy="110700"/>
            <a:chOff x="2147366" y="4139382"/>
            <a:chExt cx="635280" cy="147600"/>
          </a:xfrm>
        </p:grpSpPr>
        <p:sp>
          <p:nvSpPr>
            <p:cNvPr id="374" name="Google Shape;374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33"/>
          <p:cNvGrpSpPr/>
          <p:nvPr/>
        </p:nvGrpSpPr>
        <p:grpSpPr>
          <a:xfrm>
            <a:off x="1955468" y="1513219"/>
            <a:ext cx="1658925" cy="2696175"/>
            <a:chOff x="2630275" y="2017625"/>
            <a:chExt cx="2211900" cy="3594900"/>
          </a:xfrm>
        </p:grpSpPr>
        <p:sp>
          <p:nvSpPr>
            <p:cNvPr id="378" name="Google Shape;378;p33"/>
            <p:cNvSpPr/>
            <p:nvPr/>
          </p:nvSpPr>
          <p:spPr>
            <a:xfrm>
              <a:off x="2630275" y="2017625"/>
              <a:ext cx="2211900" cy="3594900"/>
            </a:xfrm>
            <a:prstGeom prst="roundRect">
              <a:avLst>
                <a:gd fmla="val 3539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2630275" y="2017625"/>
              <a:ext cx="2211900" cy="3594900"/>
            </a:xfrm>
            <a:prstGeom prst="roundRect">
              <a:avLst>
                <a:gd fmla="val 3539" name="adj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33"/>
          <p:cNvSpPr/>
          <p:nvPr/>
        </p:nvSpPr>
        <p:spPr>
          <a:xfrm>
            <a:off x="168403" y="1513219"/>
            <a:ext cx="1659000" cy="26961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" name="Google Shape;381;p33"/>
          <p:cNvGrpSpPr/>
          <p:nvPr/>
        </p:nvGrpSpPr>
        <p:grpSpPr>
          <a:xfrm>
            <a:off x="2047900" y="1598425"/>
            <a:ext cx="476460" cy="110700"/>
            <a:chOff x="2147366" y="4139382"/>
            <a:chExt cx="635280" cy="147600"/>
          </a:xfrm>
        </p:grpSpPr>
        <p:sp>
          <p:nvSpPr>
            <p:cNvPr id="382" name="Google Shape;382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33"/>
          <p:cNvGrpSpPr/>
          <p:nvPr/>
        </p:nvGrpSpPr>
        <p:grpSpPr>
          <a:xfrm>
            <a:off x="274450" y="1610744"/>
            <a:ext cx="476460" cy="110700"/>
            <a:chOff x="2147366" y="4139382"/>
            <a:chExt cx="635280" cy="147600"/>
          </a:xfrm>
        </p:grpSpPr>
        <p:sp>
          <p:nvSpPr>
            <p:cNvPr id="386" name="Google Shape;386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33"/>
          <p:cNvSpPr txBox="1"/>
          <p:nvPr>
            <p:ph idx="1" type="subTitle"/>
          </p:nvPr>
        </p:nvSpPr>
        <p:spPr>
          <a:xfrm>
            <a:off x="237347" y="1924631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>
                <a:solidFill>
                  <a:schemeClr val="accent1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390" name="Google Shape;390;p33"/>
          <p:cNvSpPr txBox="1"/>
          <p:nvPr>
            <p:ph idx="2" type="subTitle"/>
          </p:nvPr>
        </p:nvSpPr>
        <p:spPr>
          <a:xfrm>
            <a:off x="2030111" y="1924631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>
                <a:solidFill>
                  <a:schemeClr val="accent2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391" name="Google Shape;391;p33"/>
          <p:cNvSpPr txBox="1"/>
          <p:nvPr>
            <p:ph idx="3" type="subTitle"/>
          </p:nvPr>
        </p:nvSpPr>
        <p:spPr>
          <a:xfrm>
            <a:off x="3822874" y="1924631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>
                <a:solidFill>
                  <a:schemeClr val="accent3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392" name="Google Shape;392;p33"/>
          <p:cNvSpPr txBox="1"/>
          <p:nvPr>
            <p:ph idx="4" type="subTitle"/>
          </p:nvPr>
        </p:nvSpPr>
        <p:spPr>
          <a:xfrm>
            <a:off x="5615638" y="1924631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>
                <a:solidFill>
                  <a:schemeClr val="accent2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393" name="Google Shape;393;p33"/>
          <p:cNvSpPr txBox="1"/>
          <p:nvPr>
            <p:ph idx="5" type="subTitle"/>
          </p:nvPr>
        </p:nvSpPr>
        <p:spPr>
          <a:xfrm>
            <a:off x="7408402" y="1927284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>
                <a:solidFill>
                  <a:schemeClr val="accent1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394" name="Google Shape;3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95" name="Google Shape;395;p33"/>
          <p:cNvSpPr txBox="1"/>
          <p:nvPr>
            <p:ph idx="6" type="body"/>
          </p:nvPr>
        </p:nvSpPr>
        <p:spPr>
          <a:xfrm>
            <a:off x="237347" y="2388000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6" name="Google Shape;396;p33"/>
          <p:cNvSpPr txBox="1"/>
          <p:nvPr>
            <p:ph idx="7" type="body"/>
          </p:nvPr>
        </p:nvSpPr>
        <p:spPr>
          <a:xfrm>
            <a:off x="2030109" y="2388000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33"/>
          <p:cNvSpPr txBox="1"/>
          <p:nvPr>
            <p:ph idx="8" type="body"/>
          </p:nvPr>
        </p:nvSpPr>
        <p:spPr>
          <a:xfrm>
            <a:off x="3822872" y="2388000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8" name="Google Shape;398;p33"/>
          <p:cNvSpPr txBox="1"/>
          <p:nvPr>
            <p:ph idx="9" type="body"/>
          </p:nvPr>
        </p:nvSpPr>
        <p:spPr>
          <a:xfrm>
            <a:off x="5615634" y="2388000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9" name="Google Shape;399;p33"/>
          <p:cNvSpPr txBox="1"/>
          <p:nvPr>
            <p:ph idx="13" type="body"/>
          </p:nvPr>
        </p:nvSpPr>
        <p:spPr>
          <a:xfrm>
            <a:off x="7408397" y="2390653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6 Title and text left">
  <p:cSld name="CUSTOM_15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452494" y="645863"/>
            <a:ext cx="51981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4"/>
          <p:cNvGrpSpPr/>
          <p:nvPr/>
        </p:nvGrpSpPr>
        <p:grpSpPr>
          <a:xfrm>
            <a:off x="554247" y="728444"/>
            <a:ext cx="476460" cy="110700"/>
            <a:chOff x="2147366" y="4139382"/>
            <a:chExt cx="635280" cy="147600"/>
          </a:xfrm>
        </p:grpSpPr>
        <p:sp>
          <p:nvSpPr>
            <p:cNvPr id="403" name="Google Shape;403;p3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34"/>
          <p:cNvSpPr txBox="1"/>
          <p:nvPr>
            <p:ph type="title"/>
          </p:nvPr>
        </p:nvSpPr>
        <p:spPr>
          <a:xfrm>
            <a:off x="657394" y="1213219"/>
            <a:ext cx="41862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407" name="Google Shape;407;p34"/>
          <p:cNvSpPr txBox="1"/>
          <p:nvPr>
            <p:ph idx="1" type="body"/>
          </p:nvPr>
        </p:nvSpPr>
        <p:spPr>
          <a:xfrm>
            <a:off x="657394" y="2693513"/>
            <a:ext cx="41862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7 Title and text right">
  <p:cSld name="CUSTOM_16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/>
          <p:nvPr/>
        </p:nvSpPr>
        <p:spPr>
          <a:xfrm>
            <a:off x="3481444" y="645863"/>
            <a:ext cx="51981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" name="Google Shape;410;p35"/>
          <p:cNvGrpSpPr/>
          <p:nvPr/>
        </p:nvGrpSpPr>
        <p:grpSpPr>
          <a:xfrm>
            <a:off x="3583197" y="728444"/>
            <a:ext cx="476460" cy="110700"/>
            <a:chOff x="2147366" y="4139382"/>
            <a:chExt cx="635280" cy="147600"/>
          </a:xfrm>
        </p:grpSpPr>
        <p:sp>
          <p:nvSpPr>
            <p:cNvPr id="411" name="Google Shape;411;p35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35"/>
          <p:cNvSpPr txBox="1"/>
          <p:nvPr>
            <p:ph type="title"/>
          </p:nvPr>
        </p:nvSpPr>
        <p:spPr>
          <a:xfrm>
            <a:off x="3975000" y="1134300"/>
            <a:ext cx="2873400" cy="13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415" name="Google Shape;415;p35"/>
          <p:cNvSpPr txBox="1"/>
          <p:nvPr>
            <p:ph idx="1" type="body"/>
          </p:nvPr>
        </p:nvSpPr>
        <p:spPr>
          <a:xfrm>
            <a:off x="3975066" y="2513438"/>
            <a:ext cx="41862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8 Custom Layout 1">
  <p:cSld name="CUSTOM_17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/>
          <p:nvPr/>
        </p:nvSpPr>
        <p:spPr>
          <a:xfrm>
            <a:off x="852544" y="817313"/>
            <a:ext cx="51981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8" name="Google Shape;418;p36"/>
          <p:cNvGrpSpPr/>
          <p:nvPr/>
        </p:nvGrpSpPr>
        <p:grpSpPr>
          <a:xfrm>
            <a:off x="954297" y="899894"/>
            <a:ext cx="476460" cy="110700"/>
            <a:chOff x="2147366" y="4139382"/>
            <a:chExt cx="635280" cy="147600"/>
          </a:xfrm>
        </p:grpSpPr>
        <p:sp>
          <p:nvSpPr>
            <p:cNvPr id="419" name="Google Shape;419;p3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2" name="Google Shape;422;p36"/>
          <p:cNvSpPr/>
          <p:nvPr/>
        </p:nvSpPr>
        <p:spPr>
          <a:xfrm>
            <a:off x="5301881" y="1665994"/>
            <a:ext cx="2961000" cy="2187600"/>
          </a:xfrm>
          <a:prstGeom prst="roundRect">
            <a:avLst>
              <a:gd fmla="val 6604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5301881" y="1665994"/>
            <a:ext cx="2961000" cy="2187600"/>
          </a:xfrm>
          <a:prstGeom prst="roundRect">
            <a:avLst>
              <a:gd fmla="val 6604" name="adj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" name="Google Shape;424;p36"/>
          <p:cNvGrpSpPr/>
          <p:nvPr/>
        </p:nvGrpSpPr>
        <p:grpSpPr>
          <a:xfrm>
            <a:off x="5432210" y="1748575"/>
            <a:ext cx="476460" cy="110700"/>
            <a:chOff x="2147366" y="4139382"/>
            <a:chExt cx="635280" cy="147600"/>
          </a:xfrm>
        </p:grpSpPr>
        <p:sp>
          <p:nvSpPr>
            <p:cNvPr id="425" name="Google Shape;425;p3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36"/>
          <p:cNvSpPr txBox="1"/>
          <p:nvPr>
            <p:ph idx="1" type="subTitle"/>
          </p:nvPr>
        </p:nvSpPr>
        <p:spPr>
          <a:xfrm>
            <a:off x="1124475" y="3062006"/>
            <a:ext cx="44052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29" name="Google Shape;429;p36"/>
          <p:cNvSpPr txBox="1"/>
          <p:nvPr>
            <p:ph type="title"/>
          </p:nvPr>
        </p:nvSpPr>
        <p:spPr>
          <a:xfrm>
            <a:off x="1124475" y="1167806"/>
            <a:ext cx="4405200" cy="18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430" name="Google Shape;430;p36"/>
          <p:cNvSpPr txBox="1"/>
          <p:nvPr>
            <p:ph idx="2" type="body"/>
          </p:nvPr>
        </p:nvSpPr>
        <p:spPr>
          <a:xfrm>
            <a:off x="5529525" y="2260800"/>
            <a:ext cx="2375700" cy="80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0 DO NOT REMOVE · SlidesMania">
  <p:cSld name="CUSTOM_20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3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433" name="Google Shape;433;p3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7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23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n" sz="33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435" name="Google Shape;435;p37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38100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436" name="Google Shape;436;p37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37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37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37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37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18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441" name="Google Shape;441;p37"/>
          <p:cNvPicPr preferRelativeResize="0"/>
          <p:nvPr/>
        </p:nvPicPr>
        <p:blipFill rotWithShape="1">
          <a:blip r:embed="rId11">
            <a:alphaModFix/>
          </a:blip>
          <a:srcRect b="20906" l="0" r="0" t="16256"/>
          <a:stretch/>
        </p:blipFill>
        <p:spPr>
          <a:xfrm>
            <a:off x="93806" y="370294"/>
            <a:ext cx="6179850" cy="1553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4" name="Google Shape;44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5" name="Google Shape;44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26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4.xml"/><Relationship Id="rId6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●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○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■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●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○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■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●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"/>
              <a:buChar char="○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"/>
              <a:buChar char="■"/>
              <a:defRPr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 rot="5400000">
            <a:off x="-346966" y="4589543"/>
            <a:ext cx="848509" cy="85887"/>
          </a:xfrm>
          <a:custGeom>
            <a:rect b="b" l="l" r="r" t="t"/>
            <a:pathLst>
              <a:path extrusionOk="0" h="87640" w="919793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" name="Google Shape;76;p17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77" name="Google Shape;77;p17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7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p5js.org/reference/#/p5/keyReleased" TargetMode="External"/><Relationship Id="rId10" Type="http://schemas.openxmlformats.org/officeDocument/2006/relationships/hyperlink" Target="https://p5js.org/reference/#/p5/keyPressed" TargetMode="External"/><Relationship Id="rId13" Type="http://schemas.openxmlformats.org/officeDocument/2006/relationships/hyperlink" Target="https://p5js.org/reference/#/p5/keyTyped" TargetMode="External"/><Relationship Id="rId12" Type="http://schemas.openxmlformats.org/officeDocument/2006/relationships/hyperlink" Target="https://p5js.org/reference/#/p5/keyReleased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5js.org/reference/#/p5/keyIsPressed" TargetMode="External"/><Relationship Id="rId4" Type="http://schemas.openxmlformats.org/officeDocument/2006/relationships/hyperlink" Target="https://p5js.org/reference/#/p5/keyIsPressed" TargetMode="External"/><Relationship Id="rId9" Type="http://schemas.openxmlformats.org/officeDocument/2006/relationships/hyperlink" Target="https://p5js.org/reference/#/p5/keyPressed" TargetMode="External"/><Relationship Id="rId15" Type="http://schemas.openxmlformats.org/officeDocument/2006/relationships/hyperlink" Target="https://p5js.org/reference/#/p5/keyIsDown" TargetMode="External"/><Relationship Id="rId14" Type="http://schemas.openxmlformats.org/officeDocument/2006/relationships/hyperlink" Target="https://p5js.org/reference/#/p5/keyTyped" TargetMode="External"/><Relationship Id="rId16" Type="http://schemas.openxmlformats.org/officeDocument/2006/relationships/image" Target="../media/image7.png"/><Relationship Id="rId5" Type="http://schemas.openxmlformats.org/officeDocument/2006/relationships/hyperlink" Target="https://p5js.org/reference/#/p5/key" TargetMode="External"/><Relationship Id="rId6" Type="http://schemas.openxmlformats.org/officeDocument/2006/relationships/hyperlink" Target="https://p5js.org/reference/#/p5/key" TargetMode="External"/><Relationship Id="rId7" Type="http://schemas.openxmlformats.org/officeDocument/2006/relationships/hyperlink" Target="https://p5js.org/reference/#/p5/keyCode" TargetMode="External"/><Relationship Id="rId8" Type="http://schemas.openxmlformats.org/officeDocument/2006/relationships/hyperlink" Target="https://p5js.org/reference/#/p5/keyCo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hyperlink" Target="http://www.keycode.info" TargetMode="External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gif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gif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gif"/><Relationship Id="rId4" Type="http://schemas.openxmlformats.org/officeDocument/2006/relationships/hyperlink" Target="https://keycode.info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gif"/><Relationship Id="rId4" Type="http://schemas.openxmlformats.org/officeDocument/2006/relationships/hyperlink" Target="https://keycode.info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12.gif"/><Relationship Id="rId5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25" y="3918475"/>
            <a:ext cx="1096075" cy="1096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1" name="Google Shape;451;p39"/>
          <p:cNvGrpSpPr/>
          <p:nvPr/>
        </p:nvGrpSpPr>
        <p:grpSpPr>
          <a:xfrm>
            <a:off x="3245125" y="659050"/>
            <a:ext cx="2729400" cy="2414100"/>
            <a:chOff x="3245125" y="659050"/>
            <a:chExt cx="2729400" cy="2414100"/>
          </a:xfrm>
        </p:grpSpPr>
        <p:sp>
          <p:nvSpPr>
            <p:cNvPr id="452" name="Google Shape;452;p39"/>
            <p:cNvSpPr/>
            <p:nvPr/>
          </p:nvSpPr>
          <p:spPr>
            <a:xfrm>
              <a:off x="3245125" y="659050"/>
              <a:ext cx="2729400" cy="241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47100" y="702625"/>
              <a:ext cx="2307925" cy="177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4" name="Google Shape;454;p39"/>
          <p:cNvSpPr txBox="1"/>
          <p:nvPr/>
        </p:nvSpPr>
        <p:spPr>
          <a:xfrm>
            <a:off x="3166325" y="2593875"/>
            <a:ext cx="28941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ree Serif"/>
                <a:ea typeface="Bree Serif"/>
                <a:cs typeface="Bree Serif"/>
                <a:sym typeface="Bree Serif"/>
              </a:rPr>
              <a:t>UNIT 3 - LESSON 07</a:t>
            </a:r>
            <a:endParaRPr sz="24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28650" y="3796725"/>
            <a:ext cx="9115500" cy="129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3400">
                <a:solidFill>
                  <a:srgbClr val="FFFFFF"/>
                </a:solidFill>
              </a:rPr>
              <a:t> Mouse and Key Press in P5</a:t>
            </a:r>
            <a:endParaRPr sz="3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/>
          <p:nvPr>
            <p:ph idx="4294967295" type="body"/>
          </p:nvPr>
        </p:nvSpPr>
        <p:spPr>
          <a:xfrm rot="113">
            <a:off x="0" y="2236450"/>
            <a:ext cx="9144000" cy="29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500">
                <a:solidFill>
                  <a:srgbClr val="FFFFFF"/>
                </a:solidFill>
                <a:highlight>
                  <a:srgbClr val="00A7EB"/>
                </a:highlight>
                <a:latin typeface="Bree Serif"/>
                <a:ea typeface="Bree Serif"/>
                <a:cs typeface="Bree Serif"/>
                <a:sym typeface="Bree Serif"/>
              </a:rPr>
              <a:t>We will be able to:</a:t>
            </a:r>
            <a:endParaRPr b="1" i="1" sz="2500">
              <a:solidFill>
                <a:srgbClr val="FFFFFF"/>
              </a:solidFill>
              <a:highlight>
                <a:srgbClr val="00A7EB"/>
              </a:highlight>
              <a:latin typeface="Bree Serif"/>
              <a:ea typeface="Bree Serif"/>
              <a:cs typeface="Bree Serif"/>
              <a:sym typeface="Bree Serif"/>
            </a:endParaRPr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Char char="●"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Use </a:t>
            </a:r>
            <a:r>
              <a:rPr b="1" i="1" lang="en" sz="2400">
                <a:solidFill>
                  <a:srgbClr val="434343"/>
                </a:solidFill>
                <a:highlight>
                  <a:schemeClr val="accent6"/>
                </a:highlight>
                <a:latin typeface="Bree Serif"/>
                <a:ea typeface="Bree Serif"/>
                <a:cs typeface="Bree Serif"/>
                <a:sym typeface="Bree Serif"/>
              </a:rPr>
              <a:t>mouseIsPressed </a:t>
            </a: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 built-in</a:t>
            </a:r>
            <a:r>
              <a:rPr b="1" i="1" lang="en" sz="2400" u="sng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 boolean variable </a:t>
            </a: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to create mouse click reactions.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Char char="●"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Use </a:t>
            </a:r>
            <a:r>
              <a:rPr b="1" i="1" lang="en" sz="2400">
                <a:solidFill>
                  <a:srgbClr val="434343"/>
                </a:solidFill>
                <a:highlight>
                  <a:schemeClr val="accent6"/>
                </a:highlight>
                <a:latin typeface="Bree Serif"/>
                <a:ea typeface="Bree Serif"/>
                <a:cs typeface="Bree Serif"/>
                <a:sym typeface="Bree Serif"/>
              </a:rPr>
              <a:t>keyIsPressed </a:t>
            </a: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 built-in </a:t>
            </a:r>
            <a:r>
              <a:rPr b="1" i="1" lang="en" sz="2400" u="sng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boolean variable </a:t>
            </a: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to create key press reactions.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461" name="Google Shape;461;p40"/>
          <p:cNvPicPr preferRelativeResize="0"/>
          <p:nvPr/>
        </p:nvPicPr>
        <p:blipFill rotWithShape="1">
          <a:blip r:embed="rId3">
            <a:alphaModFix/>
          </a:blip>
          <a:srcRect b="19895" l="0" r="0" t="20913"/>
          <a:stretch/>
        </p:blipFill>
        <p:spPr>
          <a:xfrm>
            <a:off x="442243" y="682024"/>
            <a:ext cx="5987632" cy="14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6899" y="604525"/>
            <a:ext cx="2491276" cy="16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1767" y="288725"/>
            <a:ext cx="2912232" cy="194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"/>
          <p:cNvSpPr txBox="1"/>
          <p:nvPr/>
        </p:nvSpPr>
        <p:spPr>
          <a:xfrm>
            <a:off x="5676575" y="862200"/>
            <a:ext cx="3406800" cy="183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</a:rPr>
              <a:t>Triggers the code lines inside the function when mouse is pressed anytime.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469" name="Google Shape;469;p41"/>
          <p:cNvSpPr txBox="1"/>
          <p:nvPr/>
        </p:nvSpPr>
        <p:spPr>
          <a:xfrm>
            <a:off x="76200" y="862175"/>
            <a:ext cx="5458500" cy="1832400"/>
          </a:xfrm>
          <a:prstGeom prst="rect">
            <a:avLst/>
          </a:prstGeom>
          <a:solidFill>
            <a:srgbClr val="DC378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function mousePressed( ){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   background(random(256)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}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470" name="Google Shape;470;p41"/>
          <p:cNvSpPr txBox="1"/>
          <p:nvPr>
            <p:ph idx="4294967295" type="title"/>
          </p:nvPr>
        </p:nvSpPr>
        <p:spPr>
          <a:xfrm>
            <a:off x="0" y="110850"/>
            <a:ext cx="9144000" cy="603900"/>
          </a:xfrm>
          <a:prstGeom prst="rect">
            <a:avLst/>
          </a:prstGeom>
          <a:solidFill>
            <a:srgbClr val="00A7EB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function mousePressed() &amp; keyPressed()</a:t>
            </a:r>
            <a:endParaRPr sz="3400"/>
          </a:p>
        </p:txBody>
      </p:sp>
      <p:sp>
        <p:nvSpPr>
          <p:cNvPr id="471" name="Google Shape;471;p41"/>
          <p:cNvSpPr txBox="1"/>
          <p:nvPr/>
        </p:nvSpPr>
        <p:spPr>
          <a:xfrm>
            <a:off x="5668788" y="2961200"/>
            <a:ext cx="3406800" cy="183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</a:rPr>
              <a:t>Triggers the code lines inside the function when any key is pressed anytime.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68413" y="2961175"/>
            <a:ext cx="5458500" cy="18324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function keyPressed( ){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   background(255)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}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"/>
          <p:cNvSpPr txBox="1"/>
          <p:nvPr/>
        </p:nvSpPr>
        <p:spPr>
          <a:xfrm>
            <a:off x="287750" y="589088"/>
            <a:ext cx="4488300" cy="177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x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x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426350" y="81200"/>
            <a:ext cx="421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highlight>
                  <a:srgbClr val="DC3787"/>
                </a:highlight>
              </a:rPr>
              <a:t>What does the following code do?</a:t>
            </a:r>
            <a:endParaRPr sz="2100">
              <a:highlight>
                <a:srgbClr val="DC3787"/>
              </a:highlight>
            </a:endParaRPr>
          </a:p>
        </p:txBody>
      </p:sp>
      <p:pic>
        <p:nvPicPr>
          <p:cNvPr id="479" name="Google Shape;47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2150" y="633675"/>
            <a:ext cx="37528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2"/>
          <p:cNvSpPr txBox="1"/>
          <p:nvPr/>
        </p:nvSpPr>
        <p:spPr>
          <a:xfrm>
            <a:off x="230825" y="2487500"/>
            <a:ext cx="42111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highlight>
                  <a:srgbClr val="00A7EB"/>
                </a:highlight>
              </a:rPr>
              <a:t>What if we want to click on the circles instead hover?</a:t>
            </a:r>
            <a:endParaRPr sz="2100">
              <a:highlight>
                <a:srgbClr val="00A7EB"/>
              </a:highlight>
            </a:endParaRPr>
          </a:p>
        </p:txBody>
      </p:sp>
      <p:graphicFrame>
        <p:nvGraphicFramePr>
          <p:cNvPr id="481" name="Google Shape;481;p42"/>
          <p:cNvGraphicFramePr/>
          <p:nvPr/>
        </p:nvGraphicFramePr>
        <p:xfrm>
          <a:off x="182475" y="33508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{396A66E4-24FB-4BB3-ABDA-68D5360CBB76}</a:tableStyleId>
              </a:tblPr>
              <a:tblGrid>
                <a:gridCol w="1459275"/>
                <a:gridCol w="3363400"/>
              </a:tblGrid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rgbClr val="00FF00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mouseIsPressed</a:t>
                      </a:r>
                      <a:endParaRPr b="1" sz="1200">
                        <a:highlight>
                          <a:srgbClr val="00FF00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A built-in variable that is </a:t>
                      </a:r>
                      <a:r>
                        <a:rPr b="1"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True </a:t>
                      </a:r>
                      <a:r>
                        <a:rPr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when the mouse button is pressed, and </a:t>
                      </a:r>
                      <a:r>
                        <a:rPr b="1"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False </a:t>
                      </a:r>
                      <a:r>
                        <a:rPr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when it is not pressed.</a:t>
                      </a:r>
                      <a:endParaRPr sz="105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2" name="Google Shape;482;p42"/>
          <p:cNvSpPr txBox="1"/>
          <p:nvPr/>
        </p:nvSpPr>
        <p:spPr>
          <a:xfrm>
            <a:off x="287750" y="3930275"/>
            <a:ext cx="42111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highlight>
                  <a:srgbClr val="FF9900"/>
                </a:highlight>
              </a:rPr>
              <a:t>if(mouseIsPressed){</a:t>
            </a:r>
            <a:endParaRPr sz="1700"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highlight>
                  <a:srgbClr val="FF9900"/>
                </a:highlight>
              </a:rPr>
              <a:t>	fill(‘black)</a:t>
            </a:r>
            <a:endParaRPr sz="1700"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highlight>
                  <a:srgbClr val="FF9900"/>
                </a:highlight>
              </a:rPr>
              <a:t>}</a:t>
            </a:r>
            <a:endParaRPr sz="1700">
              <a:highlight>
                <a:srgbClr val="FF99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/>
          <p:nvPr/>
        </p:nvSpPr>
        <p:spPr>
          <a:xfrm>
            <a:off x="139100" y="2283751"/>
            <a:ext cx="4866000" cy="20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mouseIsPressed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x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2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mouseIsPressed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x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2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5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8" name="Google Shape;4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2150" y="633675"/>
            <a:ext cx="37528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3"/>
          <p:cNvSpPr txBox="1"/>
          <p:nvPr/>
        </p:nvSpPr>
        <p:spPr>
          <a:xfrm>
            <a:off x="230825" y="430100"/>
            <a:ext cx="42111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highlight>
                  <a:srgbClr val="00A7EB"/>
                </a:highlight>
              </a:rPr>
              <a:t>What if we want to click on the circles instead hover?</a:t>
            </a:r>
            <a:endParaRPr sz="2100">
              <a:highlight>
                <a:srgbClr val="00A7EB"/>
              </a:highlight>
            </a:endParaRPr>
          </a:p>
        </p:txBody>
      </p:sp>
      <p:graphicFrame>
        <p:nvGraphicFramePr>
          <p:cNvPr id="490" name="Google Shape;490;p43"/>
          <p:cNvGraphicFramePr/>
          <p:nvPr/>
        </p:nvGraphicFramePr>
        <p:xfrm>
          <a:off x="182475" y="1522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{396A66E4-24FB-4BB3-ABDA-68D5360CBB76}</a:tableStyleId>
              </a:tblPr>
              <a:tblGrid>
                <a:gridCol w="1459275"/>
                <a:gridCol w="3363400"/>
              </a:tblGrid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rgbClr val="00FF00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mouseIsPressed</a:t>
                      </a:r>
                      <a:endParaRPr b="1" sz="1200">
                        <a:highlight>
                          <a:srgbClr val="00FF00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A built-in variable that is </a:t>
                      </a:r>
                      <a:r>
                        <a:rPr b="1"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True </a:t>
                      </a:r>
                      <a:r>
                        <a:rPr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when the mouse button is pressed, and </a:t>
                      </a:r>
                      <a:r>
                        <a:rPr b="1"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False </a:t>
                      </a:r>
                      <a:r>
                        <a:rPr lang="en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when it is not pressed.</a:t>
                      </a:r>
                      <a:endParaRPr sz="105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050" y="922240"/>
            <a:ext cx="4700699" cy="329902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4"/>
          <p:cNvSpPr txBox="1"/>
          <p:nvPr/>
        </p:nvSpPr>
        <p:spPr>
          <a:xfrm>
            <a:off x="347400" y="530750"/>
            <a:ext cx="3339000" cy="42942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mouseX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mouseY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pmouseX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pmouseY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random()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frameRate()</a:t>
            </a:r>
            <a:endParaRPr sz="36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/>
          <p:nvPr/>
        </p:nvSpPr>
        <p:spPr>
          <a:xfrm>
            <a:off x="381000" y="1197475"/>
            <a:ext cx="2681100" cy="3273900"/>
          </a:xfrm>
          <a:prstGeom prst="rect">
            <a:avLst/>
          </a:prstGeom>
          <a:solidFill>
            <a:srgbClr val="DC3787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FFFFFF"/>
                </a:solidFill>
              </a:rPr>
              <a:t>P5 REFERENCE</a:t>
            </a:r>
            <a:endParaRPr b="1" sz="1800" u="sng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keyIsPressed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keyCode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keyPressed()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1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keyReleased()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12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keyTyped()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1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keyIsDown()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02" name="Google Shape;502;p45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A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  <p:pic>
        <p:nvPicPr>
          <p:cNvPr id="503" name="Google Shape;503;p4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189225" y="1832675"/>
            <a:ext cx="569595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75" y="0"/>
            <a:ext cx="78418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6"/>
          <p:cNvSpPr txBox="1"/>
          <p:nvPr/>
        </p:nvSpPr>
        <p:spPr>
          <a:xfrm>
            <a:off x="945025" y="86575"/>
            <a:ext cx="69399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u="sng">
                <a:solidFill>
                  <a:schemeClr val="hlink"/>
                </a:solidFill>
                <a:hlinkClick r:id="rId4"/>
              </a:rPr>
              <a:t>www.keycode.info</a:t>
            </a:r>
            <a:endParaRPr sz="4800"/>
          </a:p>
        </p:txBody>
      </p:sp>
      <p:pic>
        <p:nvPicPr>
          <p:cNvPr id="510" name="Google Shape;51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75" y="1510179"/>
            <a:ext cx="2211175" cy="16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7"/>
          <p:cNvSpPr txBox="1"/>
          <p:nvPr/>
        </p:nvSpPr>
        <p:spPr>
          <a:xfrm>
            <a:off x="3446925" y="1212750"/>
            <a:ext cx="5188200" cy="32739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E5C07B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UP_ARROW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en" sz="18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i="1" sz="18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E5C07B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DOWN_ARROW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en" sz="18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i="1" sz="18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7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516" name="Google Shape;51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00" y="1988788"/>
            <a:ext cx="28575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7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"/>
          <p:cNvSpPr txBox="1"/>
          <p:nvPr/>
        </p:nvSpPr>
        <p:spPr>
          <a:xfrm>
            <a:off x="4465800" y="1212750"/>
            <a:ext cx="4397700" cy="32739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20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20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20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20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20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20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9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523" name="Google Shape;5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500" y="2194072"/>
            <a:ext cx="2270125" cy="1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8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525" name="Google Shape;525;p48"/>
          <p:cNvSpPr txBox="1"/>
          <p:nvPr/>
        </p:nvSpPr>
        <p:spPr>
          <a:xfrm>
            <a:off x="1526025" y="150275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38</a:t>
            </a:r>
            <a:endParaRPr b="1" sz="3600"/>
          </a:p>
        </p:txBody>
      </p:sp>
      <p:sp>
        <p:nvSpPr>
          <p:cNvPr id="526" name="Google Shape;526;p48"/>
          <p:cNvSpPr txBox="1"/>
          <p:nvPr/>
        </p:nvSpPr>
        <p:spPr>
          <a:xfrm>
            <a:off x="1560763" y="36911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40</a:t>
            </a:r>
            <a:endParaRPr b="1" sz="3600"/>
          </a:p>
        </p:txBody>
      </p:sp>
      <p:sp>
        <p:nvSpPr>
          <p:cNvPr id="527" name="Google Shape;527;p48"/>
          <p:cNvSpPr txBox="1"/>
          <p:nvPr/>
        </p:nvSpPr>
        <p:spPr>
          <a:xfrm>
            <a:off x="0" y="30404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37</a:t>
            </a:r>
            <a:endParaRPr b="1" sz="3600"/>
          </a:p>
        </p:txBody>
      </p:sp>
      <p:sp>
        <p:nvSpPr>
          <p:cNvPr id="528" name="Google Shape;528;p48"/>
          <p:cNvSpPr txBox="1"/>
          <p:nvPr/>
        </p:nvSpPr>
        <p:spPr>
          <a:xfrm>
            <a:off x="3249625" y="30404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39</a:t>
            </a:r>
            <a:endParaRPr b="1" sz="3600"/>
          </a:p>
        </p:txBody>
      </p:sp>
      <p:sp>
        <p:nvSpPr>
          <p:cNvPr id="529" name="Google Shape;529;p48"/>
          <p:cNvSpPr/>
          <p:nvPr/>
        </p:nvSpPr>
        <p:spPr>
          <a:xfrm>
            <a:off x="6246700" y="2674200"/>
            <a:ext cx="2220600" cy="351000"/>
          </a:xfrm>
          <a:prstGeom prst="roundRect">
            <a:avLst>
              <a:gd fmla="val 16667" name="adj"/>
            </a:avLst>
          </a:prstGeom>
          <a:solidFill>
            <a:srgbClr val="D9DE1F">
              <a:alpha val="303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9"/>
          <p:cNvSpPr txBox="1"/>
          <p:nvPr/>
        </p:nvSpPr>
        <p:spPr>
          <a:xfrm>
            <a:off x="3553175" y="925025"/>
            <a:ext cx="5172900" cy="41433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350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6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535" name="Google Shape;5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00" y="2041672"/>
            <a:ext cx="2270125" cy="1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9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537" name="Google Shape;537;p49"/>
          <p:cNvSpPr txBox="1"/>
          <p:nvPr/>
        </p:nvSpPr>
        <p:spPr>
          <a:xfrm>
            <a:off x="1145025" y="135035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38</a:t>
            </a:r>
            <a:endParaRPr b="1" sz="3600"/>
          </a:p>
        </p:txBody>
      </p:sp>
      <p:sp>
        <p:nvSpPr>
          <p:cNvPr id="538" name="Google Shape;538;p49"/>
          <p:cNvSpPr txBox="1"/>
          <p:nvPr/>
        </p:nvSpPr>
        <p:spPr>
          <a:xfrm>
            <a:off x="1179763" y="35387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40</a:t>
            </a:r>
            <a:endParaRPr b="1" sz="3600"/>
          </a:p>
        </p:txBody>
      </p:sp>
      <p:sp>
        <p:nvSpPr>
          <p:cNvPr id="539" name="Google Shape;539;p49"/>
          <p:cNvSpPr txBox="1"/>
          <p:nvPr/>
        </p:nvSpPr>
        <p:spPr>
          <a:xfrm>
            <a:off x="-152400" y="28118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37</a:t>
            </a:r>
            <a:endParaRPr b="1" sz="3600"/>
          </a:p>
        </p:txBody>
      </p:sp>
      <p:sp>
        <p:nvSpPr>
          <p:cNvPr id="540" name="Google Shape;540;p49"/>
          <p:cNvSpPr txBox="1"/>
          <p:nvPr/>
        </p:nvSpPr>
        <p:spPr>
          <a:xfrm>
            <a:off x="2563825" y="28118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39</a:t>
            </a:r>
            <a:endParaRPr b="1"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0"/>
          <p:cNvSpPr txBox="1"/>
          <p:nvPr/>
        </p:nvSpPr>
        <p:spPr>
          <a:xfrm>
            <a:off x="4465800" y="2323625"/>
            <a:ext cx="4397700" cy="26964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19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19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8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546" name="Google Shape;546;p50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Continuous Execution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547" name="Google Shape;547;p50"/>
          <p:cNvSpPr txBox="1"/>
          <p:nvPr/>
        </p:nvSpPr>
        <p:spPr>
          <a:xfrm>
            <a:off x="100850" y="970500"/>
            <a:ext cx="39795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If you have an object that moves, and you want several keys to be able to affect its behaviour simultaneously.</a:t>
            </a:r>
            <a:endParaRPr b="1"/>
          </a:p>
        </p:txBody>
      </p:sp>
      <p:sp>
        <p:nvSpPr>
          <p:cNvPr id="548" name="Google Shape;548;p50"/>
          <p:cNvSpPr txBox="1"/>
          <p:nvPr/>
        </p:nvSpPr>
        <p:spPr>
          <a:xfrm>
            <a:off x="64500" y="2265300"/>
            <a:ext cx="4134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Call out  keyPressed()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In the function draw()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549" name="Google Shape;549;p50"/>
          <p:cNvSpPr txBox="1"/>
          <p:nvPr/>
        </p:nvSpPr>
        <p:spPr>
          <a:xfrm>
            <a:off x="100900" y="3385775"/>
            <a:ext cx="42156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FFF00"/>
                </a:highlight>
              </a:rPr>
              <a:t>This will continuously execute the code once the intended key is pressed.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550" name="Google Shape;550;p50"/>
          <p:cNvSpPr txBox="1"/>
          <p:nvPr/>
        </p:nvSpPr>
        <p:spPr>
          <a:xfrm>
            <a:off x="4465800" y="939525"/>
            <a:ext cx="4397700" cy="1294800"/>
          </a:xfrm>
          <a:prstGeom prst="rect">
            <a:avLst/>
          </a:prstGeom>
          <a:solidFill>
            <a:srgbClr val="00A7EB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8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1"/>
          <p:cNvSpPr txBox="1"/>
          <p:nvPr/>
        </p:nvSpPr>
        <p:spPr>
          <a:xfrm>
            <a:off x="4465800" y="2323625"/>
            <a:ext cx="4397700" cy="26964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keyIsDown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19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keyIsDown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19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8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556" name="Google Shape;556;p51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Execute only when the key is down!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557" name="Google Shape;557;p51"/>
          <p:cNvSpPr txBox="1"/>
          <p:nvPr/>
        </p:nvSpPr>
        <p:spPr>
          <a:xfrm>
            <a:off x="100850" y="970500"/>
            <a:ext cx="39795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If you have an object that moves, and you want several keys to be able to affect its behaviour simultaneously.</a:t>
            </a:r>
            <a:endParaRPr b="1"/>
          </a:p>
        </p:txBody>
      </p:sp>
      <p:sp>
        <p:nvSpPr>
          <p:cNvPr id="558" name="Google Shape;558;p51"/>
          <p:cNvSpPr txBox="1"/>
          <p:nvPr/>
        </p:nvSpPr>
        <p:spPr>
          <a:xfrm>
            <a:off x="64500" y="2265300"/>
            <a:ext cx="4134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Call out  keyPressed()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In the function draw()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559" name="Google Shape;559;p51"/>
          <p:cNvSpPr txBox="1"/>
          <p:nvPr/>
        </p:nvSpPr>
        <p:spPr>
          <a:xfrm>
            <a:off x="100900" y="3385775"/>
            <a:ext cx="42156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00FF00"/>
                </a:highlight>
              </a:rPr>
              <a:t>This will continuously execute the code only when the intended </a:t>
            </a:r>
            <a:r>
              <a:rPr b="1" lang="en" sz="2000">
                <a:solidFill>
                  <a:schemeClr val="dk1"/>
                </a:solidFill>
                <a:highlight>
                  <a:srgbClr val="00FF00"/>
                </a:highlight>
              </a:rPr>
              <a:t>KEY is DOWN!</a:t>
            </a:r>
            <a:r>
              <a:rPr b="1" lang="en" sz="2000">
                <a:highlight>
                  <a:srgbClr val="00FF00"/>
                </a:highlight>
              </a:rPr>
              <a:t> </a:t>
            </a:r>
            <a:endParaRPr b="1" sz="2000">
              <a:highlight>
                <a:srgbClr val="00FF00"/>
              </a:highlight>
            </a:endParaRPr>
          </a:p>
        </p:txBody>
      </p:sp>
      <p:sp>
        <p:nvSpPr>
          <p:cNvPr id="560" name="Google Shape;560;p51"/>
          <p:cNvSpPr txBox="1"/>
          <p:nvPr/>
        </p:nvSpPr>
        <p:spPr>
          <a:xfrm>
            <a:off x="4465800" y="939525"/>
            <a:ext cx="4397700" cy="1294800"/>
          </a:xfrm>
          <a:prstGeom prst="rect">
            <a:avLst/>
          </a:prstGeom>
          <a:solidFill>
            <a:srgbClr val="00A7EB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8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561" name="Google Shape;561;p51"/>
          <p:cNvSpPr/>
          <p:nvPr/>
        </p:nvSpPr>
        <p:spPr>
          <a:xfrm>
            <a:off x="6153575" y="3496325"/>
            <a:ext cx="2163300" cy="351000"/>
          </a:xfrm>
          <a:prstGeom prst="roundRect">
            <a:avLst>
              <a:gd fmla="val 16667" name="adj"/>
            </a:avLst>
          </a:prstGeom>
          <a:solidFill>
            <a:srgbClr val="D9DE1F">
              <a:alpha val="303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050" y="805650"/>
            <a:ext cx="3402250" cy="3393675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7" name="Google Shape;567;p52"/>
          <p:cNvSpPr txBox="1"/>
          <p:nvPr/>
        </p:nvSpPr>
        <p:spPr>
          <a:xfrm>
            <a:off x="325025" y="1342950"/>
            <a:ext cx="4208100" cy="288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createCanvas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220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strokeWeight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circle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9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9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b="1" lang="en" sz="19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52"/>
          <p:cNvSpPr txBox="1"/>
          <p:nvPr/>
        </p:nvSpPr>
        <p:spPr>
          <a:xfrm>
            <a:off x="172625" y="203850"/>
            <a:ext cx="43605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FA340"/>
                </a:solidFill>
                <a:latin typeface="Roboto"/>
                <a:ea typeface="Roboto"/>
                <a:cs typeface="Roboto"/>
                <a:sym typeface="Roboto"/>
              </a:rPr>
              <a:t>When you click on the circle, you can drag it around.</a:t>
            </a:r>
            <a:endParaRPr b="1" sz="2400">
              <a:solidFill>
                <a:srgbClr val="8FA3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52"/>
          <p:cNvSpPr txBox="1"/>
          <p:nvPr/>
        </p:nvSpPr>
        <p:spPr>
          <a:xfrm>
            <a:off x="587425" y="4591900"/>
            <a:ext cx="798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0" name="Google Shape;570;p52"/>
          <p:cNvSpPr txBox="1"/>
          <p:nvPr/>
        </p:nvSpPr>
        <p:spPr>
          <a:xfrm>
            <a:off x="337325" y="4412825"/>
            <a:ext cx="1049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mouseX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mouseY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1" name="Google Shape;571;p52"/>
          <p:cNvSpPr txBox="1"/>
          <p:nvPr/>
        </p:nvSpPr>
        <p:spPr>
          <a:xfrm>
            <a:off x="1440828" y="4412825"/>
            <a:ext cx="1049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pmouseX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pmouseY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2" name="Google Shape;572;p52"/>
          <p:cNvSpPr txBox="1"/>
          <p:nvPr/>
        </p:nvSpPr>
        <p:spPr>
          <a:xfrm>
            <a:off x="2643950" y="4534625"/>
            <a:ext cx="20538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isMousePressed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175" y="1532900"/>
            <a:ext cx="3402250" cy="3393675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8" name="Google Shape;578;p53"/>
          <p:cNvSpPr txBox="1"/>
          <p:nvPr/>
        </p:nvSpPr>
        <p:spPr>
          <a:xfrm>
            <a:off x="325025" y="1342950"/>
            <a:ext cx="4208100" cy="288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createCanvas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220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strokeWeight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circle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9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9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b="1" lang="en" sz="19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53"/>
          <p:cNvSpPr txBox="1"/>
          <p:nvPr/>
        </p:nvSpPr>
        <p:spPr>
          <a:xfrm>
            <a:off x="172625" y="203850"/>
            <a:ext cx="43605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FA340"/>
                </a:solidFill>
                <a:latin typeface="Roboto"/>
                <a:ea typeface="Roboto"/>
                <a:cs typeface="Roboto"/>
                <a:sym typeface="Roboto"/>
              </a:rPr>
              <a:t>When you click on the circle, you can drag it around.</a:t>
            </a:r>
            <a:endParaRPr b="1" sz="2400">
              <a:solidFill>
                <a:srgbClr val="8FA3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53"/>
          <p:cNvSpPr txBox="1"/>
          <p:nvPr/>
        </p:nvSpPr>
        <p:spPr>
          <a:xfrm>
            <a:off x="587425" y="4591900"/>
            <a:ext cx="798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1" name="Google Shape;581;p53"/>
          <p:cNvSpPr txBox="1"/>
          <p:nvPr/>
        </p:nvSpPr>
        <p:spPr>
          <a:xfrm>
            <a:off x="337325" y="4412825"/>
            <a:ext cx="1049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mouseX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mouseY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2" name="Google Shape;582;p53"/>
          <p:cNvSpPr txBox="1"/>
          <p:nvPr/>
        </p:nvSpPr>
        <p:spPr>
          <a:xfrm>
            <a:off x="1440828" y="4412825"/>
            <a:ext cx="1049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pmouseX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pmouseY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3" name="Google Shape;583;p53"/>
          <p:cNvSpPr txBox="1"/>
          <p:nvPr/>
        </p:nvSpPr>
        <p:spPr>
          <a:xfrm>
            <a:off x="2643950" y="4534625"/>
            <a:ext cx="20538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isMousePressed</a:t>
            </a:r>
            <a:endParaRPr b="1" sz="15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4" name="Google Shape;584;p53"/>
          <p:cNvPicPr preferRelativeResize="0"/>
          <p:nvPr/>
        </p:nvPicPr>
        <p:blipFill rotWithShape="1">
          <a:blip r:embed="rId4">
            <a:alphaModFix/>
          </a:blip>
          <a:srcRect b="7753" l="11929" r="13466" t="14637"/>
          <a:stretch/>
        </p:blipFill>
        <p:spPr>
          <a:xfrm>
            <a:off x="5964900" y="7"/>
            <a:ext cx="1902925" cy="140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600" y="223948"/>
            <a:ext cx="2397450" cy="2391375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0" name="Google Shape;590;p54"/>
          <p:cNvSpPr txBox="1"/>
          <p:nvPr/>
        </p:nvSpPr>
        <p:spPr>
          <a:xfrm>
            <a:off x="565925" y="4412825"/>
            <a:ext cx="9813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mouseX</a:t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mouseY</a:t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1" name="Google Shape;591;p54"/>
          <p:cNvSpPr txBox="1"/>
          <p:nvPr/>
        </p:nvSpPr>
        <p:spPr>
          <a:xfrm>
            <a:off x="1597500" y="4412825"/>
            <a:ext cx="9813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pmouseX</a:t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pmouseY</a:t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2" name="Google Shape;592;p54"/>
          <p:cNvSpPr txBox="1"/>
          <p:nvPr/>
        </p:nvSpPr>
        <p:spPr>
          <a:xfrm>
            <a:off x="2722200" y="4534625"/>
            <a:ext cx="1920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isMousePressed</a:t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93" name="Google Shape;59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25" y="136750"/>
            <a:ext cx="6310365" cy="41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675" y="685800"/>
            <a:ext cx="3752850" cy="3771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9" name="Google Shape;599;p55"/>
          <p:cNvGraphicFramePr/>
          <p:nvPr/>
        </p:nvGraphicFramePr>
        <p:xfrm>
          <a:off x="107275" y="9267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{396A66E4-24FB-4BB3-ABDA-68D5360CBB76}</a:tableStyleId>
              </a:tblPr>
              <a:tblGrid>
                <a:gridCol w="1362950"/>
                <a:gridCol w="3598700"/>
              </a:tblGrid>
              <a:tr h="48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keyIsPressed</a:t>
                      </a:r>
                      <a:endParaRPr b="1"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333333"/>
                          </a:solidFill>
                        </a:rPr>
                        <a:t>A built-in variable that is </a:t>
                      </a:r>
                      <a:r>
                        <a:rPr b="1" lang="en" sz="1250">
                          <a:solidFill>
                            <a:srgbClr val="333333"/>
                          </a:solidFill>
                        </a:rPr>
                        <a:t>True </a:t>
                      </a:r>
                      <a:r>
                        <a:rPr lang="en" sz="1250">
                          <a:solidFill>
                            <a:srgbClr val="333333"/>
                          </a:solidFill>
                        </a:rPr>
                        <a:t>when a key is pressed, and </a:t>
                      </a:r>
                      <a:r>
                        <a:rPr b="1" lang="en" sz="1250">
                          <a:solidFill>
                            <a:srgbClr val="333333"/>
                          </a:solidFill>
                        </a:rPr>
                        <a:t>False </a:t>
                      </a:r>
                      <a:r>
                        <a:rPr lang="en" sz="1250">
                          <a:solidFill>
                            <a:srgbClr val="333333"/>
                          </a:solidFill>
                        </a:rPr>
                        <a:t>when not pressed.</a:t>
                      </a:r>
                      <a:endParaRPr sz="1250">
                        <a:solidFill>
                          <a:srgbClr val="333333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key</a:t>
                      </a:r>
                      <a:endParaRPr b="1"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3333"/>
                          </a:solidFill>
                        </a:rPr>
                        <a:t>The system variable key always contains the value of the most recent key on the keyboard that was typed</a:t>
                      </a:r>
                      <a:endParaRPr sz="1050">
                        <a:solidFill>
                          <a:srgbClr val="333333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0" name="Google Shape;600;p55"/>
          <p:cNvSpPr/>
          <p:nvPr/>
        </p:nvSpPr>
        <p:spPr>
          <a:xfrm>
            <a:off x="62415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U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01" name="Google Shape;601;p55"/>
          <p:cNvSpPr/>
          <p:nvPr/>
        </p:nvSpPr>
        <p:spPr>
          <a:xfrm>
            <a:off x="161475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D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02" name="Google Shape;602;p55"/>
          <p:cNvSpPr/>
          <p:nvPr/>
        </p:nvSpPr>
        <p:spPr>
          <a:xfrm>
            <a:off x="257930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B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03" name="Google Shape;603;p55"/>
          <p:cNvSpPr/>
          <p:nvPr/>
        </p:nvSpPr>
        <p:spPr>
          <a:xfrm>
            <a:off x="356990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S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04" name="Google Shape;604;p55"/>
          <p:cNvSpPr txBox="1"/>
          <p:nvPr/>
        </p:nvSpPr>
        <p:spPr>
          <a:xfrm>
            <a:off x="427625" y="526525"/>
            <a:ext cx="41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Up              Down          Bigger         Smaller</a:t>
            </a:r>
            <a:endParaRPr/>
          </a:p>
        </p:txBody>
      </p:sp>
      <p:sp>
        <p:nvSpPr>
          <p:cNvPr id="605" name="Google Shape;605;p55"/>
          <p:cNvSpPr txBox="1"/>
          <p:nvPr/>
        </p:nvSpPr>
        <p:spPr>
          <a:xfrm>
            <a:off x="201413" y="2319125"/>
            <a:ext cx="4867500" cy="106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keyIsPressed 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key 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'u'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9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y 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y 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9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1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2200"/>
          </a:p>
        </p:txBody>
      </p:sp>
      <p:sp>
        <p:nvSpPr>
          <p:cNvPr id="606" name="Google Shape;606;p55"/>
          <p:cNvSpPr/>
          <p:nvPr/>
        </p:nvSpPr>
        <p:spPr>
          <a:xfrm>
            <a:off x="2213088" y="3551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D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07" name="Google Shape;607;p55"/>
          <p:cNvSpPr/>
          <p:nvPr/>
        </p:nvSpPr>
        <p:spPr>
          <a:xfrm>
            <a:off x="3177638" y="3551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B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4168238" y="3551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S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09" name="Google Shape;609;p55"/>
          <p:cNvSpPr txBox="1"/>
          <p:nvPr/>
        </p:nvSpPr>
        <p:spPr>
          <a:xfrm>
            <a:off x="2171225" y="3957525"/>
            <a:ext cx="27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          Bigger         Smaller</a:t>
            </a:r>
            <a:endParaRPr/>
          </a:p>
        </p:txBody>
      </p:sp>
      <p:cxnSp>
        <p:nvCxnSpPr>
          <p:cNvPr id="610" name="Google Shape;610;p55"/>
          <p:cNvCxnSpPr/>
          <p:nvPr/>
        </p:nvCxnSpPr>
        <p:spPr>
          <a:xfrm>
            <a:off x="315825" y="3970425"/>
            <a:ext cx="165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1" name="Google Shape;611;p55"/>
          <p:cNvSpPr txBox="1"/>
          <p:nvPr/>
        </p:nvSpPr>
        <p:spPr>
          <a:xfrm>
            <a:off x="436275" y="3554325"/>
            <a:ext cx="141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Figure it out!</a:t>
            </a:r>
            <a:endParaRPr sz="1600"/>
          </a:p>
        </p:txBody>
      </p:sp>
      <p:sp>
        <p:nvSpPr>
          <p:cNvPr id="612" name="Google Shape;612;p55"/>
          <p:cNvSpPr txBox="1"/>
          <p:nvPr/>
        </p:nvSpPr>
        <p:spPr>
          <a:xfrm>
            <a:off x="5591850" y="92575"/>
            <a:ext cx="298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https://keycode.info/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675" y="685800"/>
            <a:ext cx="3752850" cy="3771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8" name="Google Shape;618;p56"/>
          <p:cNvGraphicFramePr/>
          <p:nvPr/>
        </p:nvGraphicFramePr>
        <p:xfrm>
          <a:off x="107275" y="9267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{396A66E4-24FB-4BB3-ABDA-68D5360CBB76}</a:tableStyleId>
              </a:tblPr>
              <a:tblGrid>
                <a:gridCol w="1307375"/>
                <a:gridCol w="3748400"/>
              </a:tblGrid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keyIsPressed</a:t>
                      </a:r>
                      <a:endParaRPr b="1"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3333"/>
                          </a:solidFill>
                        </a:rPr>
                        <a:t>A built-in variable that is </a:t>
                      </a:r>
                      <a:r>
                        <a:rPr b="1" lang="en" sz="1050">
                          <a:solidFill>
                            <a:srgbClr val="333333"/>
                          </a:solidFill>
                        </a:rPr>
                        <a:t>True </a:t>
                      </a:r>
                      <a:r>
                        <a:rPr lang="en" sz="1050">
                          <a:solidFill>
                            <a:srgbClr val="333333"/>
                          </a:solidFill>
                        </a:rPr>
                        <a:t>when a key is pressed, and </a:t>
                      </a:r>
                      <a:r>
                        <a:rPr b="1" lang="en" sz="1050">
                          <a:solidFill>
                            <a:srgbClr val="333333"/>
                          </a:solidFill>
                        </a:rPr>
                        <a:t>False </a:t>
                      </a:r>
                      <a:r>
                        <a:rPr lang="en" sz="1050">
                          <a:solidFill>
                            <a:srgbClr val="333333"/>
                          </a:solidFill>
                        </a:rPr>
                        <a:t>when not pressed.</a:t>
                      </a:r>
                      <a:endParaRPr sz="1050">
                        <a:solidFill>
                          <a:srgbClr val="333333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b="1"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3333"/>
                          </a:solidFill>
                        </a:rPr>
                        <a:t>The system variable key always contains the value of the most recent key on the keyboard that was typed</a:t>
                      </a:r>
                      <a:endParaRPr sz="1050">
                        <a:solidFill>
                          <a:srgbClr val="333333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9" name="Google Shape;619;p56"/>
          <p:cNvSpPr/>
          <p:nvPr/>
        </p:nvSpPr>
        <p:spPr>
          <a:xfrm>
            <a:off x="62415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U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20" name="Google Shape;620;p56"/>
          <p:cNvSpPr/>
          <p:nvPr/>
        </p:nvSpPr>
        <p:spPr>
          <a:xfrm>
            <a:off x="161475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D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257930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B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3569900" y="120325"/>
            <a:ext cx="496200" cy="40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S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623" name="Google Shape;623;p56"/>
          <p:cNvSpPr txBox="1"/>
          <p:nvPr/>
        </p:nvSpPr>
        <p:spPr>
          <a:xfrm>
            <a:off x="427625" y="526525"/>
            <a:ext cx="41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Up              Down          Bigger         Smaller</a:t>
            </a:r>
            <a:endParaRPr/>
          </a:p>
        </p:txBody>
      </p:sp>
      <p:sp>
        <p:nvSpPr>
          <p:cNvPr id="624" name="Google Shape;624;p56"/>
          <p:cNvSpPr txBox="1"/>
          <p:nvPr/>
        </p:nvSpPr>
        <p:spPr>
          <a:xfrm>
            <a:off x="107275" y="2316075"/>
            <a:ext cx="5055900" cy="272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keyIsPressed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key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'u'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5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keyIsPressed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key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'd'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5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keyIsPressed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key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1" sz="15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w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w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5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h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h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5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keyIsPressed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key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's'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1" sz="15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w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w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5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h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h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50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5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p56"/>
          <p:cNvSpPr txBox="1"/>
          <p:nvPr/>
        </p:nvSpPr>
        <p:spPr>
          <a:xfrm>
            <a:off x="5591850" y="92575"/>
            <a:ext cx="298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https://keycode.info/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57"/>
          <p:cNvPicPr preferRelativeResize="0"/>
          <p:nvPr/>
        </p:nvPicPr>
        <p:blipFill rotWithShape="1">
          <a:blip r:embed="rId3">
            <a:alphaModFix/>
          </a:blip>
          <a:srcRect b="18113" l="5578" r="6994" t="0"/>
          <a:stretch/>
        </p:blipFill>
        <p:spPr>
          <a:xfrm>
            <a:off x="5934825" y="363875"/>
            <a:ext cx="3012525" cy="28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57"/>
          <p:cNvSpPr txBox="1"/>
          <p:nvPr/>
        </p:nvSpPr>
        <p:spPr>
          <a:xfrm>
            <a:off x="151050" y="3237275"/>
            <a:ext cx="8841900" cy="176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20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20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20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20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2" name="Google Shape;632;p57"/>
          <p:cNvSpPr txBox="1"/>
          <p:nvPr/>
        </p:nvSpPr>
        <p:spPr>
          <a:xfrm>
            <a:off x="272375" y="237125"/>
            <a:ext cx="544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rgbClr val="DC3787"/>
                </a:highlight>
              </a:rPr>
              <a:t>What does the following code do?</a:t>
            </a:r>
            <a:endParaRPr b="1" sz="2500">
              <a:highlight>
                <a:srgbClr val="DC3787"/>
              </a:highlight>
            </a:endParaRPr>
          </a:p>
        </p:txBody>
      </p:sp>
      <p:pic>
        <p:nvPicPr>
          <p:cNvPr id="633" name="Google Shape;63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5438" y="879175"/>
            <a:ext cx="2165135" cy="20027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7"/>
          <p:cNvSpPr txBox="1"/>
          <p:nvPr/>
        </p:nvSpPr>
        <p:spPr>
          <a:xfrm>
            <a:off x="5288325" y="1878025"/>
            <a:ext cx="646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57"/>
          <p:cNvSpPr txBox="1"/>
          <p:nvPr/>
        </p:nvSpPr>
        <p:spPr>
          <a:xfrm>
            <a:off x="6712400" y="10675"/>
            <a:ext cx="646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150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57"/>
          <p:cNvSpPr txBox="1"/>
          <p:nvPr/>
        </p:nvSpPr>
        <p:spPr>
          <a:xfrm>
            <a:off x="7626800" y="10675"/>
            <a:ext cx="646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8"/>
          <p:cNvSpPr txBox="1"/>
          <p:nvPr/>
        </p:nvSpPr>
        <p:spPr>
          <a:xfrm>
            <a:off x="151050" y="3237275"/>
            <a:ext cx="8841900" cy="176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20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20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mouseY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20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20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5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5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58"/>
          <p:cNvSpPr txBox="1"/>
          <p:nvPr/>
        </p:nvSpPr>
        <p:spPr>
          <a:xfrm>
            <a:off x="272375" y="237125"/>
            <a:ext cx="544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rgbClr val="DC3787"/>
                </a:highlight>
              </a:rPr>
              <a:t>What does the following code do?</a:t>
            </a:r>
            <a:endParaRPr b="1" sz="2500">
              <a:highlight>
                <a:srgbClr val="DC3787"/>
              </a:highlight>
            </a:endParaRPr>
          </a:p>
        </p:txBody>
      </p:sp>
      <p:pic>
        <p:nvPicPr>
          <p:cNvPr id="643" name="Google Shape;64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438" y="879175"/>
            <a:ext cx="2165135" cy="2002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8"/>
          <p:cNvSpPr txBox="1"/>
          <p:nvPr/>
        </p:nvSpPr>
        <p:spPr>
          <a:xfrm>
            <a:off x="5360950" y="1654513"/>
            <a:ext cx="646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8"/>
          <p:cNvSpPr txBox="1"/>
          <p:nvPr/>
        </p:nvSpPr>
        <p:spPr>
          <a:xfrm>
            <a:off x="6712400" y="10675"/>
            <a:ext cx="646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150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58"/>
          <p:cNvSpPr txBox="1"/>
          <p:nvPr/>
        </p:nvSpPr>
        <p:spPr>
          <a:xfrm>
            <a:off x="7626800" y="10675"/>
            <a:ext cx="646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250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7" name="Google Shape;64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450" y="364100"/>
            <a:ext cx="2820450" cy="28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2625" y="1365275"/>
            <a:ext cx="2108158" cy="20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9"/>
          <p:cNvSpPr txBox="1"/>
          <p:nvPr/>
        </p:nvSpPr>
        <p:spPr>
          <a:xfrm>
            <a:off x="588475" y="2135875"/>
            <a:ext cx="8078400" cy="2747400"/>
          </a:xfrm>
          <a:prstGeom prst="rect">
            <a:avLst/>
          </a:prstGeom>
          <a:solidFill>
            <a:srgbClr val="252525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mousePressed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(){</a:t>
            </a:r>
            <a:endParaRPr b="1" sz="18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8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mouseY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8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radius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8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lightColor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'yellow'</a:t>
            </a:r>
            <a:endParaRPr b="1" sz="1850">
              <a:solidFill>
                <a:srgbClr val="98C3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bgColor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237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213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158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8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((</a:t>
            </a:r>
            <a:r>
              <a:rPr b="1" lang="en" sz="18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mouseX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mouseY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8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radius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b="1" sz="18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lightColor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'white'</a:t>
            </a:r>
            <a:endParaRPr b="1" sz="1850">
              <a:solidFill>
                <a:srgbClr val="98C3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bgColor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8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69</a:t>
            </a: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8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59"/>
          <p:cNvSpPr txBox="1"/>
          <p:nvPr/>
        </p:nvSpPr>
        <p:spPr>
          <a:xfrm>
            <a:off x="392175" y="232300"/>
            <a:ext cx="4010400" cy="11775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1" lang="en" sz="21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1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bgColor</a:t>
            </a:r>
            <a:endParaRPr b="1" sz="2150">
              <a:solidFill>
                <a:srgbClr val="E06C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1" lang="en" sz="21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1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21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1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y, radius = 20</a:t>
            </a:r>
            <a:endParaRPr b="1" sz="2150">
              <a:solidFill>
                <a:srgbClr val="E06C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1" lang="en" sz="21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1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lightColor</a:t>
            </a:r>
            <a:r>
              <a:rPr b="1" lang="en" sz="21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1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21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15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'white'</a:t>
            </a:r>
            <a:endParaRPr b="1" sz="2400"/>
          </a:p>
        </p:txBody>
      </p:sp>
      <p:sp>
        <p:nvSpPr>
          <p:cNvPr id="655" name="Google Shape;655;p59"/>
          <p:cNvSpPr txBox="1"/>
          <p:nvPr/>
        </p:nvSpPr>
        <p:spPr>
          <a:xfrm>
            <a:off x="4576725" y="232300"/>
            <a:ext cx="4438800" cy="16854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createCanvas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bgColor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9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69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ellipseMode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RADIUS</a:t>
            </a: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950">
              <a:solidFill>
                <a:srgbClr val="D19A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950">
              <a:solidFill>
                <a:srgbClr val="C678D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60"/>
          <p:cNvPicPr preferRelativeResize="0"/>
          <p:nvPr/>
        </p:nvPicPr>
        <p:blipFill rotWithShape="1">
          <a:blip r:embed="rId3">
            <a:alphaModFix/>
          </a:blip>
          <a:srcRect b="0" l="0" r="43253" t="0"/>
          <a:stretch/>
        </p:blipFill>
        <p:spPr>
          <a:xfrm>
            <a:off x="395913" y="423063"/>
            <a:ext cx="4335424" cy="4297376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0"/>
          <p:cNvSpPr txBox="1"/>
          <p:nvPr/>
        </p:nvSpPr>
        <p:spPr>
          <a:xfrm>
            <a:off x="4833200" y="693738"/>
            <a:ext cx="42126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ANY </a:t>
            </a:r>
            <a:r>
              <a:rPr b="1" lang="en" sz="6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QUESTION</a:t>
            </a:r>
            <a:endParaRPr b="1" sz="6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775" y="49126"/>
            <a:ext cx="3976450" cy="10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450" y="1224675"/>
            <a:ext cx="3543150" cy="33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