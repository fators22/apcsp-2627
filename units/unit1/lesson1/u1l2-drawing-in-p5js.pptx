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embeddedFontLst>
    <p:embeddedFont>
      <p:font typeface="Roboto"/>
      <p:regular r:id="rId34"/>
      <p:bold r:id="rId35"/>
      <p:italic r:id="rId36"/>
      <p:boldItalic r:id="rId37"/>
    </p:embeddedFont>
    <p:embeddedFont>
      <p:font typeface="Proxima Nova"/>
      <p:regular r:id="rId38"/>
      <p:bold r:id="rId39"/>
      <p:italic r:id="rId40"/>
      <p:boldItalic r:id="rId41"/>
    </p:embeddedFont>
    <p:embeddedFont>
      <p:font typeface="Abril Fatface"/>
      <p:regular r:id="rId42"/>
    </p:embeddedFont>
    <p:embeddedFont>
      <p:font typeface="Lato"/>
      <p:regular r:id="rId43"/>
      <p:bold r:id="rId44"/>
      <p:italic r:id="rId45"/>
      <p:boldItalic r:id="rId46"/>
    </p:embeddedFont>
    <p:embeddedFont>
      <p:font typeface="Bree Serif"/>
      <p:regular r:id="rId47"/>
    </p:embeddedFont>
    <p:embeddedFont>
      <p:font typeface="Roboto Mono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roximaNova-italic.fntdata"/><Relationship Id="rId42" Type="http://schemas.openxmlformats.org/officeDocument/2006/relationships/font" Target="fonts/AbrilFatface-regular.fntdata"/><Relationship Id="rId41" Type="http://schemas.openxmlformats.org/officeDocument/2006/relationships/font" Target="fonts/ProximaNova-boldItalic.fntdata"/><Relationship Id="rId44" Type="http://schemas.openxmlformats.org/officeDocument/2006/relationships/font" Target="fonts/Lato-bold.fntdata"/><Relationship Id="rId43" Type="http://schemas.openxmlformats.org/officeDocument/2006/relationships/font" Target="fonts/Lato-regular.fntdata"/><Relationship Id="rId46" Type="http://schemas.openxmlformats.org/officeDocument/2006/relationships/font" Target="fonts/Lato-boldItalic.fntdata"/><Relationship Id="rId45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Mono-regular.fntdata"/><Relationship Id="rId47" Type="http://schemas.openxmlformats.org/officeDocument/2006/relationships/font" Target="fonts/BreeSerif-regular.fntdata"/><Relationship Id="rId49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font" Target="fonts/Roboto-bold.fntdata"/><Relationship Id="rId34" Type="http://schemas.openxmlformats.org/officeDocument/2006/relationships/font" Target="fonts/Roboto-regular.fntdata"/><Relationship Id="rId37" Type="http://schemas.openxmlformats.org/officeDocument/2006/relationships/font" Target="fonts/Roboto-boldItalic.fntdata"/><Relationship Id="rId36" Type="http://schemas.openxmlformats.org/officeDocument/2006/relationships/font" Target="fonts/Roboto-italic.fntdata"/><Relationship Id="rId39" Type="http://schemas.openxmlformats.org/officeDocument/2006/relationships/font" Target="fonts/ProximaNova-bold.fntdata"/><Relationship Id="rId38" Type="http://schemas.openxmlformats.org/officeDocument/2006/relationships/font" Target="fonts/ProximaNova-regular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Mono-boldItalic.fntdata"/><Relationship Id="rId50" Type="http://schemas.openxmlformats.org/officeDocument/2006/relationships/font" Target="fonts/Roboto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8bdf55d8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8bdf55d8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8bdf55d84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8bdf55d84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8bdf55d84_1_315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8bdf55d84_1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8bdf55d84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8bdf55d84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8bdf55d84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8bdf55d84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8bdf55d84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8bdf55d84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8bdf55d84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8bdf55d84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8bdf55d84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8bdf55d84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8bdf55d84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f8bdf55d84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8bdf55d84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8bdf55d84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8bdf55d84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f8bdf55d84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8bdf55d84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f8bdf55d84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8bdf55d84_1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f8bdf55d84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8bdf55d84_1_93:notes"/>
          <p:cNvSpPr/>
          <p:nvPr>
            <p:ph idx="2" type="sldImg"/>
          </p:nvPr>
        </p:nvSpPr>
        <p:spPr>
          <a:xfrm>
            <a:off x="397565" y="685488"/>
            <a:ext cx="6063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f8bdf55d84_1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600" lIns="89600" spcFirstLastPara="1" rIns="89600" wrap="square" tIns="89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94" name="Google Shape;194;g3f8bdf55d84_1_93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600" lIns="89600" spcFirstLastPara="1" rIns="89600" wrap="square" tIns="89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8bdf55d84_1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f8bdf55d84_1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8bdf55d84_1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f8bdf55d84_1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8bdf55d84_1_139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f8bdf55d84_1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8bdf55d84_1_148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f8bdf55d84_1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8bdf55d84_1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f8bdf55d84_1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f8bdf55d84_1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f8bdf55d84_1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8bdf55d84_1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f8bdf55d84_1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f8bdf55d84_1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f8bdf55d84_1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f8bdf55d84_1_188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f8bdf55d84_1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8bdf55d84_1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f8bdf55d84_1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8bdf55d84_1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f8bdf55d84_1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f8bdf55d84_1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f8bdf55d84_1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f8bdf55d84_1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f8bdf55d84_1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f8bdf55d84_1_2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f8bdf55d84_1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6 Two columns">
  <p:cSld name="CUSTOM_4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4790981" y="1072219"/>
            <a:ext cx="3607200" cy="3508800"/>
          </a:xfrm>
          <a:prstGeom prst="roundRect">
            <a:avLst>
              <a:gd fmla="val 3539" name="adj"/>
            </a:avLst>
          </a:prstGeom>
          <a:solidFill>
            <a:schemeClr val="lt2"/>
          </a:solidFill>
          <a:ln>
            <a:noFill/>
          </a:ln>
          <a:effectLst>
            <a:outerShdw blurRad="63500" sx="102000" rotWithShape="0" algn="ctr" sy="102000">
              <a:srgbClr val="000000">
                <a:alpha val="98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" name="Google Shape;52;p13"/>
          <p:cNvGrpSpPr/>
          <p:nvPr/>
        </p:nvGrpSpPr>
        <p:grpSpPr>
          <a:xfrm>
            <a:off x="4905916" y="1154800"/>
            <a:ext cx="476460" cy="110700"/>
            <a:chOff x="2147366" y="4139382"/>
            <a:chExt cx="635280" cy="147600"/>
          </a:xfrm>
        </p:grpSpPr>
        <p:sp>
          <p:nvSpPr>
            <p:cNvPr id="53" name="Google Shape;53;p13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13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13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" name="Google Shape;56;p13"/>
          <p:cNvSpPr/>
          <p:nvPr/>
        </p:nvSpPr>
        <p:spPr>
          <a:xfrm>
            <a:off x="745819" y="1072219"/>
            <a:ext cx="3607200" cy="3508800"/>
          </a:xfrm>
          <a:prstGeom prst="roundRect">
            <a:avLst>
              <a:gd fmla="val 3539" name="adj"/>
            </a:avLst>
          </a:prstGeom>
          <a:solidFill>
            <a:schemeClr val="lt2"/>
          </a:solidFill>
          <a:ln>
            <a:noFill/>
          </a:ln>
          <a:effectLst>
            <a:outerShdw blurRad="63500" sx="102000" rotWithShape="0" algn="ctr" sy="102000">
              <a:srgbClr val="000000">
                <a:alpha val="98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860753" y="1154800"/>
            <a:ext cx="476460" cy="110700"/>
            <a:chOff x="2147366" y="4139382"/>
            <a:chExt cx="635280" cy="147600"/>
          </a:xfrm>
        </p:grpSpPr>
        <p:sp>
          <p:nvSpPr>
            <p:cNvPr id="58" name="Google Shape;58;p13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" name="Google Shape;61;p13"/>
          <p:cNvSpPr txBox="1"/>
          <p:nvPr>
            <p:ph type="title"/>
          </p:nvPr>
        </p:nvSpPr>
        <p:spPr>
          <a:xfrm>
            <a:off x="745819" y="271181"/>
            <a:ext cx="7582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1" type="body"/>
          </p:nvPr>
        </p:nvSpPr>
        <p:spPr>
          <a:xfrm>
            <a:off x="986306" y="1701394"/>
            <a:ext cx="3115800" cy="26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2" type="body"/>
          </p:nvPr>
        </p:nvSpPr>
        <p:spPr>
          <a:xfrm>
            <a:off x="5009456" y="1691250"/>
            <a:ext cx="3115800" cy="26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0 Text and Image">
  <p:cSld name="CUSTOM_9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08456" y="1295250"/>
            <a:ext cx="3343800" cy="178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300"/>
              <a:buNone/>
              <a:defRPr sz="11300"/>
            </a:lvl2pPr>
            <a:lvl3pPr lvl="2">
              <a:spcBef>
                <a:spcPts val="0"/>
              </a:spcBef>
              <a:spcAft>
                <a:spcPts val="0"/>
              </a:spcAft>
              <a:buSzPts val="11300"/>
              <a:buNone/>
              <a:defRPr sz="11300"/>
            </a:lvl3pPr>
            <a:lvl4pPr lvl="3">
              <a:spcBef>
                <a:spcPts val="0"/>
              </a:spcBef>
              <a:spcAft>
                <a:spcPts val="0"/>
              </a:spcAft>
              <a:buSzPts val="11300"/>
              <a:buNone/>
              <a:defRPr sz="11300"/>
            </a:lvl4pPr>
            <a:lvl5pPr lvl="4">
              <a:spcBef>
                <a:spcPts val="0"/>
              </a:spcBef>
              <a:spcAft>
                <a:spcPts val="0"/>
              </a:spcAft>
              <a:buSzPts val="11300"/>
              <a:buNone/>
              <a:defRPr sz="11300"/>
            </a:lvl5pPr>
            <a:lvl6pPr lvl="5">
              <a:spcBef>
                <a:spcPts val="0"/>
              </a:spcBef>
              <a:spcAft>
                <a:spcPts val="0"/>
              </a:spcAft>
              <a:buSzPts val="11300"/>
              <a:buNone/>
              <a:defRPr sz="11300"/>
            </a:lvl6pPr>
            <a:lvl7pPr lvl="6">
              <a:spcBef>
                <a:spcPts val="0"/>
              </a:spcBef>
              <a:spcAft>
                <a:spcPts val="0"/>
              </a:spcAft>
              <a:buSzPts val="11300"/>
              <a:buNone/>
              <a:defRPr sz="11300"/>
            </a:lvl7pPr>
            <a:lvl8pPr lvl="7">
              <a:spcBef>
                <a:spcPts val="0"/>
              </a:spcBef>
              <a:spcAft>
                <a:spcPts val="0"/>
              </a:spcAft>
              <a:buSzPts val="11300"/>
              <a:buNone/>
              <a:defRPr sz="11300"/>
            </a:lvl8pPr>
            <a:lvl9pPr lvl="8">
              <a:spcBef>
                <a:spcPts val="0"/>
              </a:spcBef>
              <a:spcAft>
                <a:spcPts val="0"/>
              </a:spcAft>
              <a:buSzPts val="11300"/>
              <a:buNone/>
              <a:defRPr sz="11300"/>
            </a:lvl9pPr>
          </a:lstStyle>
          <a:p/>
        </p:txBody>
      </p:sp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308456" y="3772331"/>
            <a:ext cx="3343800" cy="5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8 Three columns">
  <p:cSld name="CUSTOM_8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>
            <a:off x="499500" y="1138969"/>
            <a:ext cx="8199600" cy="3465300"/>
          </a:xfrm>
          <a:prstGeom prst="roundRect">
            <a:avLst>
              <a:gd fmla="val 3539" name="adj"/>
            </a:avLst>
          </a:prstGeom>
          <a:solidFill>
            <a:schemeClr val="lt2"/>
          </a:solidFill>
          <a:ln>
            <a:noFill/>
          </a:ln>
          <a:effectLst>
            <a:outerShdw blurRad="63500" sx="102000" rotWithShape="0" algn="ctr" sy="102000">
              <a:srgbClr val="000000">
                <a:alpha val="98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9" name="Google Shape;69;p15"/>
          <p:cNvGrpSpPr/>
          <p:nvPr/>
        </p:nvGrpSpPr>
        <p:grpSpPr>
          <a:xfrm>
            <a:off x="614434" y="1221550"/>
            <a:ext cx="476460" cy="110700"/>
            <a:chOff x="2147366" y="4139382"/>
            <a:chExt cx="635280" cy="147600"/>
          </a:xfrm>
        </p:grpSpPr>
        <p:sp>
          <p:nvSpPr>
            <p:cNvPr id="70" name="Google Shape;70;p15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" name="Google Shape;73;p15"/>
          <p:cNvSpPr txBox="1"/>
          <p:nvPr>
            <p:ph idx="1" type="subTitle"/>
          </p:nvPr>
        </p:nvSpPr>
        <p:spPr>
          <a:xfrm>
            <a:off x="913169" y="1350202"/>
            <a:ext cx="73164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74" name="Google Shape;74;p15"/>
          <p:cNvSpPr txBox="1"/>
          <p:nvPr>
            <p:ph idx="2" type="subTitle"/>
          </p:nvPr>
        </p:nvSpPr>
        <p:spPr>
          <a:xfrm>
            <a:off x="913169" y="2325270"/>
            <a:ext cx="73164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75" name="Google Shape;75;p15"/>
          <p:cNvSpPr txBox="1"/>
          <p:nvPr>
            <p:ph idx="3" type="subTitle"/>
          </p:nvPr>
        </p:nvSpPr>
        <p:spPr>
          <a:xfrm>
            <a:off x="913169" y="3300338"/>
            <a:ext cx="73164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76" name="Google Shape;76;p15"/>
          <p:cNvSpPr txBox="1"/>
          <p:nvPr>
            <p:ph type="title"/>
          </p:nvPr>
        </p:nvSpPr>
        <p:spPr>
          <a:xfrm>
            <a:off x="513113" y="269147"/>
            <a:ext cx="731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77" name="Google Shape;77;p15"/>
          <p:cNvSpPr txBox="1"/>
          <p:nvPr>
            <p:ph idx="4" type="body"/>
          </p:nvPr>
        </p:nvSpPr>
        <p:spPr>
          <a:xfrm>
            <a:off x="913163" y="1678664"/>
            <a:ext cx="73164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78" name="Google Shape;78;p15"/>
          <p:cNvSpPr txBox="1"/>
          <p:nvPr>
            <p:ph idx="5" type="body"/>
          </p:nvPr>
        </p:nvSpPr>
        <p:spPr>
          <a:xfrm>
            <a:off x="913163" y="2645158"/>
            <a:ext cx="7316400" cy="6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79" name="Google Shape;79;p15"/>
          <p:cNvSpPr txBox="1"/>
          <p:nvPr>
            <p:ph idx="6" type="body"/>
          </p:nvPr>
        </p:nvSpPr>
        <p:spPr>
          <a:xfrm>
            <a:off x="913163" y="3610303"/>
            <a:ext cx="7317600" cy="6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2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TITLE_AND_BODY_1_1_1">
    <p:bg>
      <p:bgPr>
        <a:solidFill>
          <a:schemeClr val="dk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hyperlink" Target="https://editor.p5js.org/" TargetMode="External"/><Relationship Id="rId5" Type="http://schemas.openxmlformats.org/officeDocument/2006/relationships/image" Target="../media/image9.png"/><Relationship Id="rId6" Type="http://schemas.openxmlformats.org/officeDocument/2006/relationships/image" Target="../media/image13.png"/><Relationship Id="rId7" Type="http://schemas.openxmlformats.org/officeDocument/2006/relationships/hyperlink" Target="https://p5js.org/examples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hyperlink" Target="https://p5js.org/reference/#/p5/draw" TargetMode="External"/><Relationship Id="rId10" Type="http://schemas.openxmlformats.org/officeDocument/2006/relationships/hyperlink" Target="https://p5js.org/reference/#/p5/setup" TargetMode="External"/><Relationship Id="rId13" Type="http://schemas.openxmlformats.org/officeDocument/2006/relationships/hyperlink" Target="https://p5js.org/reference/" TargetMode="External"/><Relationship Id="rId12" Type="http://schemas.openxmlformats.org/officeDocument/2006/relationships/image" Target="../media/image3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hyperlink" Target="https://p5js.org/reference/#/p5/setup" TargetMode="External"/><Relationship Id="rId9" Type="http://schemas.openxmlformats.org/officeDocument/2006/relationships/hyperlink" Target="https://p5js.org/reference/#/p5/noLoop" TargetMode="External"/><Relationship Id="rId5" Type="http://schemas.openxmlformats.org/officeDocument/2006/relationships/hyperlink" Target="https://p5js.org/reference/#/p5/setup" TargetMode="External"/><Relationship Id="rId6" Type="http://schemas.openxmlformats.org/officeDocument/2006/relationships/hyperlink" Target="https://p5js.org/reference/#/p5/setup" TargetMode="External"/><Relationship Id="rId7" Type="http://schemas.openxmlformats.org/officeDocument/2006/relationships/hyperlink" Target="https://p5js.org/reference/#/p5/draw" TargetMode="External"/><Relationship Id="rId8" Type="http://schemas.openxmlformats.org/officeDocument/2006/relationships/hyperlink" Target="https://p5js.org/reference/#/p5/noLoop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Relationship Id="rId4" Type="http://schemas.openxmlformats.org/officeDocument/2006/relationships/image" Target="../media/image4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Relationship Id="rId4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1.png"/><Relationship Id="rId4" Type="http://schemas.openxmlformats.org/officeDocument/2006/relationships/image" Target="../media/image20.png"/><Relationship Id="rId5" Type="http://schemas.openxmlformats.org/officeDocument/2006/relationships/image" Target="../media/image25.png"/><Relationship Id="rId6" Type="http://schemas.openxmlformats.org/officeDocument/2006/relationships/image" Target="../media/image38.png"/><Relationship Id="rId7" Type="http://schemas.openxmlformats.org/officeDocument/2006/relationships/image" Target="../media/image2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3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3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0.png"/><Relationship Id="rId4" Type="http://schemas.openxmlformats.org/officeDocument/2006/relationships/image" Target="../media/image35.png"/><Relationship Id="rId5" Type="http://schemas.openxmlformats.org/officeDocument/2006/relationships/image" Target="../media/image39.png"/><Relationship Id="rId6" Type="http://schemas.openxmlformats.org/officeDocument/2006/relationships/image" Target="../media/image33.png"/><Relationship Id="rId7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075" y="306869"/>
            <a:ext cx="2696726" cy="2049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8"/>
          <p:cNvSpPr txBox="1"/>
          <p:nvPr/>
        </p:nvSpPr>
        <p:spPr>
          <a:xfrm>
            <a:off x="2948300" y="99525"/>
            <a:ext cx="6111000" cy="24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p5.js is a JS ( </a:t>
            </a:r>
            <a:r>
              <a:rPr b="1" lang="en" sz="1700"/>
              <a:t>JavaScript</a:t>
            </a:r>
            <a:r>
              <a:rPr lang="en" sz="1700"/>
              <a:t>) library.</a:t>
            </a:r>
            <a:endParaRPr sz="1700"/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Using the original metaphor of a software sketchbook, p5.js has a full set of drawing functionality.</a:t>
            </a:r>
            <a:endParaRPr sz="1700"/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Interactive web applications and prototypes</a:t>
            </a:r>
            <a:endParaRPr sz="1700"/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For this, p5.js offers add-on libraries that make it easy to interact with other HTML5 objects, including text, input, video, webcam, and sound.</a:t>
            </a:r>
            <a:endParaRPr sz="1700"/>
          </a:p>
        </p:txBody>
      </p:sp>
      <p:sp>
        <p:nvSpPr>
          <p:cNvPr id="90" name="Google Shape;90;p18"/>
          <p:cNvSpPr txBox="1"/>
          <p:nvPr/>
        </p:nvSpPr>
        <p:spPr>
          <a:xfrm>
            <a:off x="114075" y="1774725"/>
            <a:ext cx="2620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FFFFF"/>
                </a:solidFill>
              </a:rPr>
              <a:t>www.p5js.org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3314800" y="3263925"/>
            <a:ext cx="6056700" cy="97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 u="sng">
                <a:solidFill>
                  <a:schemeClr val="hlink"/>
                </a:solidFill>
                <a:hlinkClick r:id="rId4"/>
              </a:rPr>
              <a:t>https://editor.p5js.org/</a:t>
            </a:r>
            <a:endParaRPr b="1" sz="3600"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85400" y="2582925"/>
            <a:ext cx="750900" cy="64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0288" y="2582925"/>
            <a:ext cx="2620501" cy="223828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/>
        </p:nvSpPr>
        <p:spPr>
          <a:xfrm>
            <a:off x="4263050" y="2620938"/>
            <a:ext cx="4093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P5.js Online Code Editor</a:t>
            </a:r>
            <a:endParaRPr b="1" sz="2500"/>
          </a:p>
        </p:txBody>
      </p:sp>
      <p:sp>
        <p:nvSpPr>
          <p:cNvPr id="95" name="Google Shape;95;p18"/>
          <p:cNvSpPr txBox="1"/>
          <p:nvPr/>
        </p:nvSpPr>
        <p:spPr>
          <a:xfrm>
            <a:off x="3418375" y="4275988"/>
            <a:ext cx="4093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 u="sng">
                <a:solidFill>
                  <a:schemeClr val="hlink"/>
                </a:solidFill>
                <a:hlinkClick r:id="rId7"/>
              </a:rPr>
              <a:t>Practice Examples</a:t>
            </a:r>
            <a:endParaRPr b="1" sz="2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19" title="Screenshot 2026-09-02 at 12.14.4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075" y="227800"/>
            <a:ext cx="8927273" cy="4416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0"/>
          <p:cNvPicPr preferRelativeResize="0"/>
          <p:nvPr/>
        </p:nvPicPr>
        <p:blipFill rotWithShape="1">
          <a:blip r:embed="rId3">
            <a:alphaModFix/>
          </a:blip>
          <a:srcRect b="0" l="0" r="51550" t="0"/>
          <a:stretch/>
        </p:blipFill>
        <p:spPr>
          <a:xfrm>
            <a:off x="354274" y="83075"/>
            <a:ext cx="3769541" cy="446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/>
          <p:cNvPicPr preferRelativeResize="0"/>
          <p:nvPr/>
        </p:nvPicPr>
        <p:blipFill rotWithShape="1">
          <a:blip r:embed="rId3">
            <a:alphaModFix/>
          </a:blip>
          <a:srcRect b="1470" l="50485" r="-1301" t="-1470"/>
          <a:stretch/>
        </p:blipFill>
        <p:spPr>
          <a:xfrm>
            <a:off x="4425385" y="-5384"/>
            <a:ext cx="3953613" cy="446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0"/>
          <p:cNvSpPr txBox="1"/>
          <p:nvPr/>
        </p:nvSpPr>
        <p:spPr>
          <a:xfrm>
            <a:off x="4790075" y="4433075"/>
            <a:ext cx="3835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4D515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b="1" lang="en" sz="1350">
                <a:solidFill>
                  <a:srgbClr val="5F6368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pixel</a:t>
            </a:r>
            <a:r>
              <a:rPr lang="en" sz="1350">
                <a:solidFill>
                  <a:srgbClr val="4D515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is one of the small dots or squares that make up an image on a computer screen.</a:t>
            </a:r>
            <a:endParaRPr sz="1700"/>
          </a:p>
        </p:txBody>
      </p:sp>
      <p:sp>
        <p:nvSpPr>
          <p:cNvPr id="110" name="Google Shape;110;p20"/>
          <p:cNvSpPr txBox="1"/>
          <p:nvPr/>
        </p:nvSpPr>
        <p:spPr>
          <a:xfrm>
            <a:off x="71525" y="83075"/>
            <a:ext cx="66426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You already know grid but this is different one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1" title="Screenshot 2026-09-02 at 12.15.4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37555"/>
            <a:ext cx="9144003" cy="4268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2" title="Screenshot 2026-09-02 at 12.15.5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64344"/>
            <a:ext cx="9144003" cy="42148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23" title="Screenshot 2026-09-02 at 12.16.3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66485"/>
            <a:ext cx="9144003" cy="4129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4" title="Screenshot 2026-09-02 at 12.16.4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4313"/>
            <a:ext cx="9144003" cy="4714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25" title="Screenshot 2026-09-02 at 12.17.2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4160"/>
            <a:ext cx="9144003" cy="4295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075" y="306869"/>
            <a:ext cx="2696726" cy="204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6"/>
          <p:cNvSpPr txBox="1"/>
          <p:nvPr/>
        </p:nvSpPr>
        <p:spPr>
          <a:xfrm>
            <a:off x="2948300" y="341450"/>
            <a:ext cx="61110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p5.js is a </a:t>
            </a:r>
            <a:r>
              <a:rPr b="1" lang="en" sz="2400"/>
              <a:t>JavaScript</a:t>
            </a:r>
            <a:r>
              <a:rPr lang="en" sz="2400"/>
              <a:t> library.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Using the original metaphor of a software sketchbook, p5.js has a full set of drawing functionality.</a:t>
            </a:r>
            <a:endParaRPr sz="2400"/>
          </a:p>
        </p:txBody>
      </p:sp>
      <p:sp>
        <p:nvSpPr>
          <p:cNvPr id="152" name="Google Shape;152;p26"/>
          <p:cNvSpPr txBox="1"/>
          <p:nvPr/>
        </p:nvSpPr>
        <p:spPr>
          <a:xfrm>
            <a:off x="114075" y="1774725"/>
            <a:ext cx="2620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FFFFF"/>
                </a:solidFill>
              </a:rPr>
              <a:t>www.p5js.org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153" name="Google Shape;153;p26"/>
          <p:cNvSpPr txBox="1"/>
          <p:nvPr/>
        </p:nvSpPr>
        <p:spPr>
          <a:xfrm>
            <a:off x="145300" y="2734475"/>
            <a:ext cx="8732400" cy="18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" sz="2500">
                <a:solidFill>
                  <a:schemeClr val="dk1"/>
                </a:solidFill>
              </a:rPr>
              <a:t>Interactive web applications and prototypes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" sz="2500">
                <a:solidFill>
                  <a:schemeClr val="dk1"/>
                </a:solidFill>
              </a:rPr>
              <a:t>For this, p5.js offers add-on libraries that make it easy to interact with other HTML5 objects, including text, input, video, webcam, and sound.</a:t>
            </a:r>
            <a:endParaRPr sz="2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7"/>
          <p:cNvPicPr preferRelativeResize="0"/>
          <p:nvPr/>
        </p:nvPicPr>
        <p:blipFill rotWithShape="1">
          <a:blip r:embed="rId3">
            <a:alphaModFix/>
          </a:blip>
          <a:srcRect b="0" l="0" r="9625" t="0"/>
          <a:stretch/>
        </p:blipFill>
        <p:spPr>
          <a:xfrm>
            <a:off x="92450" y="1682000"/>
            <a:ext cx="4261125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7"/>
          <p:cNvSpPr txBox="1"/>
          <p:nvPr/>
        </p:nvSpPr>
        <p:spPr>
          <a:xfrm>
            <a:off x="0" y="0"/>
            <a:ext cx="9144000" cy="702000"/>
          </a:xfrm>
          <a:prstGeom prst="rect">
            <a:avLst/>
          </a:prstGeom>
          <a:solidFill>
            <a:srgbClr val="00A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b="1" lang="en" sz="3600" u="sng">
                <a:solidFill>
                  <a:srgbClr val="333333"/>
                </a:solidFill>
                <a:highlight>
                  <a:srgbClr val="FFFFFF"/>
                </a:highlight>
              </a:rPr>
              <a:t>Structure</a:t>
            </a:r>
            <a:endParaRPr b="1" sz="3600" u="sng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160" name="Google Shape;160;p27"/>
          <p:cNvSpPr txBox="1"/>
          <p:nvPr/>
        </p:nvSpPr>
        <p:spPr>
          <a:xfrm>
            <a:off x="4395600" y="747375"/>
            <a:ext cx="4664400" cy="22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b="1" lang="en" sz="24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setup()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The </a:t>
            </a:r>
            <a:r>
              <a:rPr lang="en">
                <a:solidFill>
                  <a:srgbClr val="2D7BB6"/>
                </a:solidFill>
                <a:highlight>
                  <a:srgbClr val="FFFFFF"/>
                </a:highlight>
                <a:uFill>
                  <a:noFill/>
                </a:u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setup()</a:t>
            </a: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 function is </a:t>
            </a:r>
            <a:r>
              <a:rPr b="1" lang="en">
                <a:solidFill>
                  <a:srgbClr val="333333"/>
                </a:solidFill>
                <a:highlight>
                  <a:srgbClr val="FFFFFF"/>
                </a:highlight>
              </a:rPr>
              <a:t>called once</a:t>
            </a: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 when the program starts. It's used to define initial environment properties such as screen size and background color and to load media (images, fonts, etc.) as the program starts. 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There can only be one </a:t>
            </a:r>
            <a:r>
              <a:rPr lang="en">
                <a:solidFill>
                  <a:srgbClr val="2D7BB6"/>
                </a:solidFill>
                <a:highlight>
                  <a:srgbClr val="FFFFFF"/>
                </a:highlight>
                <a:uFill>
                  <a:noFill/>
                </a:u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setup()</a:t>
            </a: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 function for each program and it shouldn't be called again after its initial execution.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1" name="Google Shape;161;p27"/>
          <p:cNvSpPr txBox="1"/>
          <p:nvPr/>
        </p:nvSpPr>
        <p:spPr>
          <a:xfrm>
            <a:off x="4429225" y="3081800"/>
            <a:ext cx="4664400" cy="18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draw()</a:t>
            </a:r>
            <a:endParaRPr b="1" sz="24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33333"/>
                </a:solidFill>
                <a:highlight>
                  <a:srgbClr val="FFFFFF"/>
                </a:highlight>
              </a:rPr>
              <a:t>Called directly after </a:t>
            </a:r>
            <a:r>
              <a:rPr b="1" lang="en">
                <a:solidFill>
                  <a:srgbClr val="2D7BB6"/>
                </a:solidFill>
                <a:highlight>
                  <a:srgbClr val="FFFFFF"/>
                </a:highlight>
                <a:uFill>
                  <a:noFill/>
                </a:uFill>
                <a:latin typeface="Consolas"/>
                <a:ea typeface="Consolas"/>
                <a:cs typeface="Consolas"/>
                <a:sym typeface="Consola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setup()</a:t>
            </a:r>
            <a:r>
              <a:rPr b="1" lang="en">
                <a:solidFill>
                  <a:srgbClr val="333333"/>
                </a:solidFill>
                <a:highlight>
                  <a:srgbClr val="FFFFFF"/>
                </a:highlight>
              </a:rPr>
              <a:t>, the </a:t>
            </a:r>
            <a:r>
              <a:rPr b="1" lang="en">
                <a:solidFill>
                  <a:srgbClr val="2D7BB6"/>
                </a:solidFill>
                <a:highlight>
                  <a:srgbClr val="FFFFFF"/>
                </a:highlight>
                <a:uFill>
                  <a:noFill/>
                </a:uFill>
                <a:latin typeface="Consolas"/>
                <a:ea typeface="Consolas"/>
                <a:cs typeface="Consolas"/>
                <a:sym typeface="Consola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draw()</a:t>
            </a:r>
            <a:r>
              <a:rPr b="1" lang="en">
                <a:solidFill>
                  <a:srgbClr val="333333"/>
                </a:solidFill>
                <a:highlight>
                  <a:srgbClr val="FFFFFF"/>
                </a:highlight>
              </a:rPr>
              <a:t> function continuously executes( 60 times in a second)</a:t>
            </a: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 the lines of code contained inside its block until the program is stopped or </a:t>
            </a:r>
            <a:r>
              <a:rPr lang="en">
                <a:solidFill>
                  <a:srgbClr val="2D7BB6"/>
                </a:solidFill>
                <a:highlight>
                  <a:srgbClr val="FFFFFF"/>
                </a:highlight>
                <a:uFill>
                  <a:noFill/>
                </a:uFill>
                <a:latin typeface="Consolas"/>
                <a:ea typeface="Consolas"/>
                <a:cs typeface="Consolas"/>
                <a:sym typeface="Consola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noLoop()</a:t>
            </a: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 is called. 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33333"/>
                </a:solidFill>
                <a:highlight>
                  <a:srgbClr val="FFFFFF"/>
                </a:highlight>
              </a:rPr>
              <a:t>***</a:t>
            </a: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If </a:t>
            </a:r>
            <a:r>
              <a:rPr lang="en">
                <a:solidFill>
                  <a:srgbClr val="2D7BB6"/>
                </a:solidFill>
                <a:highlight>
                  <a:srgbClr val="FFFFFF"/>
                </a:highlight>
                <a:uFill>
                  <a:noFill/>
                </a:uFill>
                <a:latin typeface="Consolas"/>
                <a:ea typeface="Consolas"/>
                <a:cs typeface="Consolas"/>
                <a:sym typeface="Consolas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noLoop()</a:t>
            </a: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 is called in </a:t>
            </a:r>
            <a:r>
              <a:rPr lang="en">
                <a:solidFill>
                  <a:srgbClr val="2D7BB6"/>
                </a:solidFill>
                <a:highlight>
                  <a:srgbClr val="FFFFFF"/>
                </a:highlight>
                <a:uFill>
                  <a:noFill/>
                </a:uFill>
                <a:latin typeface="Consolas"/>
                <a:ea typeface="Consolas"/>
                <a:cs typeface="Consolas"/>
                <a:sym typeface="Consolas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setup()</a:t>
            </a: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, </a:t>
            </a:r>
            <a:r>
              <a:rPr lang="en">
                <a:solidFill>
                  <a:srgbClr val="2D7BB6"/>
                </a:solidFill>
                <a:highlight>
                  <a:srgbClr val="FFFFFF"/>
                </a:highlight>
                <a:uFill>
                  <a:noFill/>
                </a:uFill>
                <a:latin typeface="Consolas"/>
                <a:ea typeface="Consolas"/>
                <a:cs typeface="Consolas"/>
                <a:sym typeface="Consolas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draw()</a:t>
            </a: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 will still be executed once before stopping.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62" name="Google Shape;162;p2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79724" y="74175"/>
            <a:ext cx="987225" cy="98593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7"/>
          <p:cNvSpPr txBox="1"/>
          <p:nvPr/>
        </p:nvSpPr>
        <p:spPr>
          <a:xfrm>
            <a:off x="5841150" y="119250"/>
            <a:ext cx="32526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rgbClr val="FFFFFF"/>
                </a:solidFill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https://p5js.org/reference/</a:t>
            </a:r>
            <a:endParaRPr b="1" sz="180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/>
          <p:nvPr/>
        </p:nvSpPr>
        <p:spPr>
          <a:xfrm>
            <a:off x="205300" y="422925"/>
            <a:ext cx="87285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Program Statement:</a:t>
            </a: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a </a:t>
            </a:r>
            <a:r>
              <a:rPr b="1" lang="en" sz="1800">
                <a:solidFill>
                  <a:srgbClr val="7665A0"/>
                </a:solidFill>
                <a:latin typeface="Proxima Nova"/>
                <a:ea typeface="Proxima Nova"/>
                <a:cs typeface="Proxima Nova"/>
                <a:sym typeface="Proxima Nova"/>
              </a:rPr>
              <a:t>command or instruction</a:t>
            </a: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. Sometimes also referred to as a code statement and generally terminated with</a:t>
            </a:r>
            <a:r>
              <a:rPr b="1"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; </a:t>
            </a: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9" name="Google Shape;169;p28"/>
          <p:cNvSpPr txBox="1"/>
          <p:nvPr/>
        </p:nvSpPr>
        <p:spPr>
          <a:xfrm>
            <a:off x="150750" y="2291350"/>
            <a:ext cx="85989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1242C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The </a:t>
            </a:r>
            <a:r>
              <a:rPr lang="en" sz="1700">
                <a:solidFill>
                  <a:srgbClr val="21242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createCanvas()</a:t>
            </a:r>
            <a:r>
              <a:rPr lang="en" sz="1700">
                <a:solidFill>
                  <a:srgbClr val="21242C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command is also called a function, method, or </a:t>
            </a:r>
            <a:r>
              <a:rPr b="1" lang="en" sz="1700">
                <a:solidFill>
                  <a:srgbClr val="21242C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procedure</a:t>
            </a:r>
            <a:r>
              <a:rPr lang="en" sz="1700">
                <a:solidFill>
                  <a:srgbClr val="21242C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. That line tells the computer to call the procedure named </a:t>
            </a:r>
            <a:r>
              <a:rPr lang="en" sz="1700">
                <a:solidFill>
                  <a:srgbClr val="21242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createCanvas</a:t>
            </a:r>
            <a:r>
              <a:rPr lang="en" sz="1700">
                <a:solidFill>
                  <a:srgbClr val="21242C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that knows how to create a drawing area .</a:t>
            </a:r>
            <a:endParaRPr sz="1700">
              <a:solidFill>
                <a:srgbClr val="21242C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1242C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The </a:t>
            </a:r>
            <a:r>
              <a:rPr lang="en" sz="1700">
                <a:solidFill>
                  <a:srgbClr val="21242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createCanvas()</a:t>
            </a:r>
            <a:r>
              <a:rPr lang="en" sz="1700">
                <a:solidFill>
                  <a:srgbClr val="21242C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procedure expects two </a:t>
            </a:r>
            <a:r>
              <a:rPr b="1" lang="en" sz="1700">
                <a:solidFill>
                  <a:srgbClr val="21242C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parameters</a:t>
            </a:r>
            <a:r>
              <a:rPr lang="en" sz="1700">
                <a:solidFill>
                  <a:srgbClr val="21242C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which specifies what </a:t>
            </a:r>
            <a:r>
              <a:rPr b="1" lang="en" sz="1700">
                <a:solidFill>
                  <a:srgbClr val="21242C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width</a:t>
            </a:r>
            <a:r>
              <a:rPr lang="en" sz="1700">
                <a:solidFill>
                  <a:srgbClr val="21242C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and </a:t>
            </a:r>
            <a:r>
              <a:rPr b="1" lang="en" sz="1700">
                <a:solidFill>
                  <a:srgbClr val="21242C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height </a:t>
            </a:r>
            <a:r>
              <a:rPr lang="en" sz="1700">
                <a:solidFill>
                  <a:srgbClr val="21242C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the canvas should have. In this program,</a:t>
            </a:r>
            <a:r>
              <a:rPr b="1" lang="en" sz="1700">
                <a:solidFill>
                  <a:srgbClr val="12664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the value</a:t>
            </a:r>
            <a:r>
              <a:rPr lang="en" sz="1700">
                <a:solidFill>
                  <a:srgbClr val="21242C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passed in width is </a:t>
            </a:r>
            <a:r>
              <a:rPr b="1" lang="en" sz="1700">
                <a:solidFill>
                  <a:srgbClr val="12664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710, </a:t>
            </a:r>
            <a:r>
              <a:rPr lang="en" sz="1700">
                <a:solidFill>
                  <a:srgbClr val="21242C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height  is </a:t>
            </a:r>
            <a:r>
              <a:rPr b="1" lang="en" sz="1700">
                <a:solidFill>
                  <a:srgbClr val="12664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400</a:t>
            </a:r>
            <a:r>
              <a:rPr lang="en" sz="1700">
                <a:solidFill>
                  <a:srgbClr val="21242C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.</a:t>
            </a:r>
            <a:endParaRPr sz="1700">
              <a:solidFill>
                <a:srgbClr val="21242C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1242C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0" name="Google Shape;170;p28" title="Screenshot 2025-09-09 at 8.43.10 AM.png"/>
          <p:cNvPicPr preferRelativeResize="0"/>
          <p:nvPr/>
        </p:nvPicPr>
        <p:blipFill rotWithShape="1">
          <a:blip r:embed="rId4">
            <a:alphaModFix/>
          </a:blip>
          <a:srcRect b="0" l="0" r="0" t="42026"/>
          <a:stretch/>
        </p:blipFill>
        <p:spPr>
          <a:xfrm>
            <a:off x="253675" y="1379475"/>
            <a:ext cx="6391174" cy="78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p29" title="Screenshot 2026-09-02 at 12.17.4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7004"/>
            <a:ext cx="9144003" cy="4509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/>
          <p:cNvSpPr txBox="1"/>
          <p:nvPr/>
        </p:nvSpPr>
        <p:spPr>
          <a:xfrm>
            <a:off x="207750" y="235975"/>
            <a:ext cx="87285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 u="sng">
                <a:solidFill>
                  <a:schemeClr val="accent4"/>
                </a:solidFill>
                <a:latin typeface="Proxima Nova"/>
                <a:ea typeface="Proxima Nova"/>
                <a:cs typeface="Proxima Nova"/>
                <a:sym typeface="Proxima Nova"/>
              </a:rPr>
              <a:t>Program</a:t>
            </a:r>
            <a:r>
              <a:rPr b="1" lang="en" sz="2200" u="sng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:</a:t>
            </a:r>
            <a:r>
              <a:rPr lang="en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a collection of</a:t>
            </a:r>
            <a:r>
              <a:rPr b="1" lang="en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program statements</a:t>
            </a:r>
            <a:r>
              <a:rPr lang="en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. Programs run (or “execute”) one command at a time.</a:t>
            </a:r>
            <a:endParaRPr sz="2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3" name="Google Shape;183;p30"/>
          <p:cNvSpPr txBox="1"/>
          <p:nvPr/>
        </p:nvSpPr>
        <p:spPr>
          <a:xfrm>
            <a:off x="609700" y="4550500"/>
            <a:ext cx="964800" cy="5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Before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4" name="Google Shape;184;p30"/>
          <p:cNvSpPr txBox="1"/>
          <p:nvPr/>
        </p:nvSpPr>
        <p:spPr>
          <a:xfrm>
            <a:off x="2510112" y="4246511"/>
            <a:ext cx="4123800" cy="5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Command Runs</a:t>
            </a:r>
            <a:b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(yellow outline while running)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5" name="Google Shape;185;p30"/>
          <p:cNvSpPr txBox="1"/>
          <p:nvPr/>
        </p:nvSpPr>
        <p:spPr>
          <a:xfrm>
            <a:off x="7510895" y="4499650"/>
            <a:ext cx="12153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After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86" name="Google Shape;186;p30"/>
          <p:cNvCxnSpPr/>
          <p:nvPr/>
        </p:nvCxnSpPr>
        <p:spPr>
          <a:xfrm>
            <a:off x="2543625" y="3847300"/>
            <a:ext cx="472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" name="Google Shape;187;p30"/>
          <p:cNvCxnSpPr/>
          <p:nvPr/>
        </p:nvCxnSpPr>
        <p:spPr>
          <a:xfrm>
            <a:off x="5875475" y="3799150"/>
            <a:ext cx="472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88" name="Google Shape;188;p30"/>
          <p:cNvPicPr preferRelativeResize="0"/>
          <p:nvPr/>
        </p:nvPicPr>
        <p:blipFill rotWithShape="1">
          <a:blip r:embed="rId4">
            <a:alphaModFix/>
          </a:blip>
          <a:srcRect b="21881" l="4139" r="47622" t="30809"/>
          <a:stretch/>
        </p:blipFill>
        <p:spPr>
          <a:xfrm>
            <a:off x="205300" y="1854575"/>
            <a:ext cx="3218350" cy="2695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0"/>
          <p:cNvPicPr preferRelativeResize="0"/>
          <p:nvPr/>
        </p:nvPicPr>
        <p:blipFill rotWithShape="1">
          <a:blip r:embed="rId4">
            <a:alphaModFix/>
          </a:blip>
          <a:srcRect b="20149" l="0" r="47622" t="10728"/>
          <a:stretch/>
        </p:blipFill>
        <p:spPr>
          <a:xfrm>
            <a:off x="3926344" y="2105185"/>
            <a:ext cx="1975087" cy="2226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0"/>
          <p:cNvPicPr preferRelativeResize="0"/>
          <p:nvPr/>
        </p:nvPicPr>
        <p:blipFill rotWithShape="1">
          <a:blip r:embed="rId4">
            <a:alphaModFix/>
          </a:blip>
          <a:srcRect b="14649" l="52073" r="1549" t="30403"/>
          <a:stretch/>
        </p:blipFill>
        <p:spPr>
          <a:xfrm>
            <a:off x="6232450" y="1893525"/>
            <a:ext cx="2625525" cy="2656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6725" y="240963"/>
            <a:ext cx="6495025" cy="466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32"/>
          <p:cNvPicPr preferRelativeResize="0"/>
          <p:nvPr/>
        </p:nvPicPr>
        <p:blipFill rotWithShape="1">
          <a:blip r:embed="rId3">
            <a:alphaModFix/>
          </a:blip>
          <a:srcRect b="8116" l="5978" r="5986" t="7073"/>
          <a:stretch/>
        </p:blipFill>
        <p:spPr>
          <a:xfrm>
            <a:off x="945475" y="0"/>
            <a:ext cx="718986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2"/>
          <p:cNvSpPr/>
          <p:nvPr/>
        </p:nvSpPr>
        <p:spPr>
          <a:xfrm>
            <a:off x="1449800" y="261525"/>
            <a:ext cx="308700" cy="308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2"/>
          <p:cNvSpPr/>
          <p:nvPr/>
        </p:nvSpPr>
        <p:spPr>
          <a:xfrm>
            <a:off x="1449800" y="4648650"/>
            <a:ext cx="308700" cy="308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2"/>
          <p:cNvSpPr/>
          <p:nvPr/>
        </p:nvSpPr>
        <p:spPr>
          <a:xfrm>
            <a:off x="7318175" y="261525"/>
            <a:ext cx="308700" cy="308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2"/>
          <p:cNvSpPr/>
          <p:nvPr/>
        </p:nvSpPr>
        <p:spPr>
          <a:xfrm>
            <a:off x="7318175" y="4648650"/>
            <a:ext cx="308700" cy="308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2"/>
          <p:cNvSpPr txBox="1"/>
          <p:nvPr/>
        </p:nvSpPr>
        <p:spPr>
          <a:xfrm>
            <a:off x="4293700" y="40375"/>
            <a:ext cx="11976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width</a:t>
            </a:r>
            <a:endParaRPr b="1" sz="1800"/>
          </a:p>
        </p:txBody>
      </p:sp>
      <p:sp>
        <p:nvSpPr>
          <p:cNvPr id="207" name="Google Shape;207;p32"/>
          <p:cNvSpPr txBox="1"/>
          <p:nvPr/>
        </p:nvSpPr>
        <p:spPr>
          <a:xfrm rot="-5400000">
            <a:off x="776475" y="2448900"/>
            <a:ext cx="11976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height</a:t>
            </a:r>
            <a:endParaRPr b="1" sz="1800"/>
          </a:p>
        </p:txBody>
      </p:sp>
      <p:cxnSp>
        <p:nvCxnSpPr>
          <p:cNvPr id="208" name="Google Shape;208;p32"/>
          <p:cNvCxnSpPr/>
          <p:nvPr/>
        </p:nvCxnSpPr>
        <p:spPr>
          <a:xfrm>
            <a:off x="1645200" y="463225"/>
            <a:ext cx="605100" cy="60510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9" name="Google Shape;209;p32"/>
          <p:cNvSpPr txBox="1"/>
          <p:nvPr/>
        </p:nvSpPr>
        <p:spPr>
          <a:xfrm>
            <a:off x="2250300" y="879325"/>
            <a:ext cx="15570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</a:rPr>
              <a:t>(0,0)</a:t>
            </a:r>
            <a:endParaRPr b="1" sz="2400">
              <a:solidFill>
                <a:srgbClr val="FFFFFF"/>
              </a:solidFill>
            </a:endParaRPr>
          </a:p>
        </p:txBody>
      </p:sp>
      <p:cxnSp>
        <p:nvCxnSpPr>
          <p:cNvPr id="210" name="Google Shape;210;p32"/>
          <p:cNvCxnSpPr>
            <a:stCxn id="204" idx="3"/>
          </p:cNvCxnSpPr>
          <p:nvPr/>
        </p:nvCxnSpPr>
        <p:spPr>
          <a:xfrm flipH="1">
            <a:off x="6668883" y="525017"/>
            <a:ext cx="694500" cy="42990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1" name="Google Shape;211;p32"/>
          <p:cNvSpPr txBox="1"/>
          <p:nvPr/>
        </p:nvSpPr>
        <p:spPr>
          <a:xfrm>
            <a:off x="5509675" y="879325"/>
            <a:ext cx="15570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</a:rPr>
              <a:t>(width,0)</a:t>
            </a:r>
            <a:endParaRPr b="1" sz="2400">
              <a:solidFill>
                <a:srgbClr val="FFFFFF"/>
              </a:solidFill>
            </a:endParaRPr>
          </a:p>
        </p:txBody>
      </p:sp>
      <p:cxnSp>
        <p:nvCxnSpPr>
          <p:cNvPr id="212" name="Google Shape;212;p32"/>
          <p:cNvCxnSpPr>
            <a:stCxn id="203" idx="7"/>
          </p:cNvCxnSpPr>
          <p:nvPr/>
        </p:nvCxnSpPr>
        <p:spPr>
          <a:xfrm flipH="1" rot="10800000">
            <a:off x="1713292" y="4238158"/>
            <a:ext cx="637800" cy="45570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3" name="Google Shape;213;p32"/>
          <p:cNvSpPr txBox="1"/>
          <p:nvPr/>
        </p:nvSpPr>
        <p:spPr>
          <a:xfrm>
            <a:off x="2389550" y="3904925"/>
            <a:ext cx="15570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</a:rPr>
              <a:t>(0,height)</a:t>
            </a:r>
            <a:endParaRPr b="1" sz="2400">
              <a:solidFill>
                <a:srgbClr val="FFFFFF"/>
              </a:solidFill>
            </a:endParaRPr>
          </a:p>
        </p:txBody>
      </p:sp>
      <p:cxnSp>
        <p:nvCxnSpPr>
          <p:cNvPr id="214" name="Google Shape;214;p32"/>
          <p:cNvCxnSpPr/>
          <p:nvPr/>
        </p:nvCxnSpPr>
        <p:spPr>
          <a:xfrm rot="10800000">
            <a:off x="6921050" y="4294975"/>
            <a:ext cx="548400" cy="49170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5" name="Google Shape;215;p32"/>
          <p:cNvSpPr txBox="1"/>
          <p:nvPr/>
        </p:nvSpPr>
        <p:spPr>
          <a:xfrm>
            <a:off x="4984975" y="3904925"/>
            <a:ext cx="22449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</a:rPr>
              <a:t>(width,height)</a:t>
            </a:r>
            <a:endParaRPr b="1" sz="2400">
              <a:solidFill>
                <a:srgbClr val="FFFFFF"/>
              </a:solidFill>
            </a:endParaRPr>
          </a:p>
        </p:txBody>
      </p:sp>
      <p:sp>
        <p:nvSpPr>
          <p:cNvPr id="216" name="Google Shape;216;p32"/>
          <p:cNvSpPr/>
          <p:nvPr/>
        </p:nvSpPr>
        <p:spPr>
          <a:xfrm>
            <a:off x="4386063" y="2417400"/>
            <a:ext cx="308700" cy="3087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2"/>
          <p:cNvSpPr txBox="1"/>
          <p:nvPr/>
        </p:nvSpPr>
        <p:spPr>
          <a:xfrm>
            <a:off x="2779775" y="2820750"/>
            <a:ext cx="33345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</a:rPr>
              <a:t>(width/2,height/2)</a:t>
            </a:r>
            <a:endParaRPr b="1" sz="240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33"/>
          <p:cNvPicPr preferRelativeResize="0"/>
          <p:nvPr/>
        </p:nvPicPr>
        <p:blipFill rotWithShape="1">
          <a:blip r:embed="rId3">
            <a:alphaModFix/>
          </a:blip>
          <a:srcRect b="8116" l="5978" r="5986" t="7073"/>
          <a:stretch/>
        </p:blipFill>
        <p:spPr>
          <a:xfrm>
            <a:off x="445525" y="0"/>
            <a:ext cx="82699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9325" y="364188"/>
            <a:ext cx="6825351" cy="4550224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4" name="Google Shape;224;p33"/>
          <p:cNvSpPr txBox="1"/>
          <p:nvPr/>
        </p:nvSpPr>
        <p:spPr>
          <a:xfrm>
            <a:off x="4255100" y="364200"/>
            <a:ext cx="11976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width</a:t>
            </a:r>
            <a:endParaRPr b="1" sz="1800"/>
          </a:p>
        </p:txBody>
      </p:sp>
      <p:sp>
        <p:nvSpPr>
          <p:cNvPr id="225" name="Google Shape;225;p33"/>
          <p:cNvSpPr txBox="1"/>
          <p:nvPr/>
        </p:nvSpPr>
        <p:spPr>
          <a:xfrm rot="-5400000">
            <a:off x="303625" y="2516450"/>
            <a:ext cx="11976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height</a:t>
            </a:r>
            <a:endParaRPr b="1" sz="1800"/>
          </a:p>
        </p:txBody>
      </p:sp>
      <p:sp>
        <p:nvSpPr>
          <p:cNvPr id="226" name="Google Shape;226;p33"/>
          <p:cNvSpPr/>
          <p:nvPr/>
        </p:nvSpPr>
        <p:spPr>
          <a:xfrm>
            <a:off x="3273650" y="203625"/>
            <a:ext cx="308700" cy="3087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3"/>
          <p:cNvSpPr/>
          <p:nvPr/>
        </p:nvSpPr>
        <p:spPr>
          <a:xfrm>
            <a:off x="5551075" y="203625"/>
            <a:ext cx="308700" cy="3087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3"/>
          <p:cNvSpPr/>
          <p:nvPr/>
        </p:nvSpPr>
        <p:spPr>
          <a:xfrm>
            <a:off x="5551075" y="4710225"/>
            <a:ext cx="308700" cy="3087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3"/>
          <p:cNvSpPr/>
          <p:nvPr/>
        </p:nvSpPr>
        <p:spPr>
          <a:xfrm>
            <a:off x="3273650" y="4710225"/>
            <a:ext cx="308700" cy="3087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3"/>
          <p:cNvSpPr txBox="1"/>
          <p:nvPr/>
        </p:nvSpPr>
        <p:spPr>
          <a:xfrm>
            <a:off x="1159325" y="644000"/>
            <a:ext cx="22293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(width/3,0)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231" name="Google Shape;231;p33"/>
          <p:cNvSpPr txBox="1"/>
          <p:nvPr/>
        </p:nvSpPr>
        <p:spPr>
          <a:xfrm>
            <a:off x="5755375" y="644000"/>
            <a:ext cx="22293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(width*2/3,0)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232" name="Google Shape;232;p33"/>
          <p:cNvSpPr txBox="1"/>
          <p:nvPr/>
        </p:nvSpPr>
        <p:spPr>
          <a:xfrm>
            <a:off x="1159325" y="4064600"/>
            <a:ext cx="22293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(width/3,height)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233" name="Google Shape;233;p33"/>
          <p:cNvSpPr txBox="1"/>
          <p:nvPr/>
        </p:nvSpPr>
        <p:spPr>
          <a:xfrm>
            <a:off x="5755375" y="4123425"/>
            <a:ext cx="22293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(width*2/3,height)</a:t>
            </a:r>
            <a:endParaRPr b="1" sz="180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34"/>
          <p:cNvPicPr preferRelativeResize="0"/>
          <p:nvPr/>
        </p:nvPicPr>
        <p:blipFill rotWithShape="1">
          <a:blip r:embed="rId3">
            <a:alphaModFix/>
          </a:blip>
          <a:srcRect b="23117" l="11204" r="10174" t="12883"/>
          <a:stretch/>
        </p:blipFill>
        <p:spPr>
          <a:xfrm>
            <a:off x="756500" y="91425"/>
            <a:ext cx="7795424" cy="505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4"/>
          <p:cNvPicPr preferRelativeResize="0"/>
          <p:nvPr/>
        </p:nvPicPr>
        <p:blipFill rotWithShape="1">
          <a:blip r:embed="rId4">
            <a:alphaModFix/>
          </a:blip>
          <a:srcRect b="7862" l="12838" r="12087" t="9287"/>
          <a:stretch/>
        </p:blipFill>
        <p:spPr>
          <a:xfrm>
            <a:off x="1217425" y="456600"/>
            <a:ext cx="3302951" cy="339367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4"/>
          <p:cNvSpPr txBox="1"/>
          <p:nvPr/>
        </p:nvSpPr>
        <p:spPr>
          <a:xfrm>
            <a:off x="4042200" y="4659575"/>
            <a:ext cx="16200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</a:rPr>
              <a:t>width</a:t>
            </a:r>
            <a:endParaRPr b="1" sz="2400">
              <a:solidFill>
                <a:srgbClr val="FFFFFF"/>
              </a:solidFill>
            </a:endParaRPr>
          </a:p>
        </p:txBody>
      </p:sp>
      <p:sp>
        <p:nvSpPr>
          <p:cNvPr id="241" name="Google Shape;241;p34"/>
          <p:cNvSpPr txBox="1"/>
          <p:nvPr/>
        </p:nvSpPr>
        <p:spPr>
          <a:xfrm rot="-5400000">
            <a:off x="63000" y="2335688"/>
            <a:ext cx="16200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</a:rPr>
              <a:t>height</a:t>
            </a:r>
            <a:endParaRPr b="1" sz="2400">
              <a:solidFill>
                <a:srgbClr val="FFFFFF"/>
              </a:solidFill>
            </a:endParaRPr>
          </a:p>
        </p:txBody>
      </p:sp>
      <p:sp>
        <p:nvSpPr>
          <p:cNvPr id="242" name="Google Shape;242;p34"/>
          <p:cNvSpPr txBox="1"/>
          <p:nvPr/>
        </p:nvSpPr>
        <p:spPr>
          <a:xfrm rot="-5400000">
            <a:off x="7378200" y="2259488"/>
            <a:ext cx="16200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</a:rPr>
              <a:t>height</a:t>
            </a:r>
            <a:endParaRPr b="1" sz="2400">
              <a:solidFill>
                <a:srgbClr val="FFFFFF"/>
              </a:solidFill>
            </a:endParaRPr>
          </a:p>
        </p:txBody>
      </p:sp>
      <p:sp>
        <p:nvSpPr>
          <p:cNvPr id="243" name="Google Shape;243;p34"/>
          <p:cNvSpPr txBox="1"/>
          <p:nvPr/>
        </p:nvSpPr>
        <p:spPr>
          <a:xfrm>
            <a:off x="4042200" y="53600"/>
            <a:ext cx="16200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</a:rPr>
              <a:t>width</a:t>
            </a:r>
            <a:endParaRPr b="1" sz="2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7475" y="152400"/>
            <a:ext cx="4501115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5"/>
          <p:cNvSpPr txBox="1"/>
          <p:nvPr/>
        </p:nvSpPr>
        <p:spPr>
          <a:xfrm>
            <a:off x="4310375" y="424950"/>
            <a:ext cx="4844400" cy="629700"/>
          </a:xfrm>
          <a:prstGeom prst="rect">
            <a:avLst/>
          </a:prstGeom>
          <a:solidFill>
            <a:srgbClr val="00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42857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latin typeface="Verdana"/>
                <a:ea typeface="Verdana"/>
                <a:cs typeface="Verdana"/>
                <a:sym typeface="Verdana"/>
              </a:rPr>
              <a:t>line(0, 50, 100, 50);</a:t>
            </a:r>
            <a:endParaRPr b="1" sz="3000"/>
          </a:p>
        </p:txBody>
      </p:sp>
      <p:grpSp>
        <p:nvGrpSpPr>
          <p:cNvPr id="250" name="Google Shape;250;p35"/>
          <p:cNvGrpSpPr/>
          <p:nvPr/>
        </p:nvGrpSpPr>
        <p:grpSpPr>
          <a:xfrm>
            <a:off x="4512525" y="1224975"/>
            <a:ext cx="4440100" cy="2836825"/>
            <a:chOff x="4512525" y="81975"/>
            <a:chExt cx="4440100" cy="2836825"/>
          </a:xfrm>
        </p:grpSpPr>
        <p:sp>
          <p:nvSpPr>
            <p:cNvPr id="251" name="Google Shape;251;p35"/>
            <p:cNvSpPr txBox="1"/>
            <p:nvPr/>
          </p:nvSpPr>
          <p:spPr>
            <a:xfrm>
              <a:off x="5017050" y="2242275"/>
              <a:ext cx="1192500" cy="629700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/>
                <a:t>(x1,y1)</a:t>
              </a:r>
              <a:endParaRPr b="1" sz="2400"/>
            </a:p>
          </p:txBody>
        </p:sp>
        <p:sp>
          <p:nvSpPr>
            <p:cNvPr id="252" name="Google Shape;252;p35"/>
            <p:cNvSpPr txBox="1"/>
            <p:nvPr/>
          </p:nvSpPr>
          <p:spPr>
            <a:xfrm>
              <a:off x="7612225" y="2289100"/>
              <a:ext cx="1192500" cy="629700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/>
                <a:t>(x2,y2)</a:t>
              </a:r>
              <a:endParaRPr b="1" sz="2400"/>
            </a:p>
          </p:txBody>
        </p:sp>
        <p:pic>
          <p:nvPicPr>
            <p:cNvPr id="253" name="Google Shape;253;p35"/>
            <p:cNvPicPr preferRelativeResize="0"/>
            <p:nvPr/>
          </p:nvPicPr>
          <p:blipFill rotWithShape="1">
            <a:blip r:embed="rId4">
              <a:alphaModFix/>
            </a:blip>
            <a:srcRect b="38556" l="0" r="0" t="0"/>
            <a:stretch/>
          </p:blipFill>
          <p:spPr>
            <a:xfrm>
              <a:off x="4512525" y="81975"/>
              <a:ext cx="4440100" cy="1145300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cxnSp>
          <p:nvCxnSpPr>
            <p:cNvPr id="254" name="Google Shape;254;p35"/>
            <p:cNvCxnSpPr/>
            <p:nvPr/>
          </p:nvCxnSpPr>
          <p:spPr>
            <a:xfrm>
              <a:off x="5568850" y="1937475"/>
              <a:ext cx="27546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oval"/>
              <a:tailEnd len="med" w="med" type="oval"/>
            </a:ln>
          </p:spPr>
        </p:cxnSp>
      </p:grpSp>
      <p:sp>
        <p:nvSpPr>
          <p:cNvPr id="255" name="Google Shape;255;p35"/>
          <p:cNvSpPr txBox="1"/>
          <p:nvPr/>
        </p:nvSpPr>
        <p:spPr>
          <a:xfrm>
            <a:off x="5436775" y="2586775"/>
            <a:ext cx="31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A</a:t>
            </a:r>
            <a:endParaRPr b="1" sz="2100"/>
          </a:p>
        </p:txBody>
      </p:sp>
      <p:sp>
        <p:nvSpPr>
          <p:cNvPr id="256" name="Google Shape;256;p35"/>
          <p:cNvSpPr txBox="1"/>
          <p:nvPr/>
        </p:nvSpPr>
        <p:spPr>
          <a:xfrm>
            <a:off x="8106275" y="2586775"/>
            <a:ext cx="31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B</a:t>
            </a:r>
            <a:endParaRPr b="1"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900" y="165000"/>
            <a:ext cx="5580150" cy="298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038" y="2971400"/>
            <a:ext cx="6962775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31850" y="511125"/>
            <a:ext cx="2593050" cy="38747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6"/>
          <p:cNvSpPr txBox="1"/>
          <p:nvPr/>
        </p:nvSpPr>
        <p:spPr>
          <a:xfrm>
            <a:off x="6107500" y="13929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333"/>
                </a:solidFill>
              </a:rPr>
              <a:t>Syntax</a:t>
            </a:r>
            <a:endParaRPr b="1" sz="1800">
              <a:solidFill>
                <a:srgbClr val="333333"/>
              </a:solidFill>
            </a:endParaRPr>
          </a:p>
          <a:p>
            <a:pPr indent="0" lvl="0" marL="127000" marR="1905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A1D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strokeWeight</a:t>
            </a:r>
            <a:r>
              <a:rPr lang="en" sz="1800">
                <a:solidFill>
                  <a:srgbClr val="666666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value</a:t>
            </a:r>
            <a:r>
              <a:rPr lang="en" sz="1800">
                <a:solidFill>
                  <a:srgbClr val="666666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)</a:t>
            </a:r>
            <a:endParaRPr sz="1800">
              <a:solidFill>
                <a:srgbClr val="666666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0" marR="1905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A1D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stroke</a:t>
            </a:r>
            <a:r>
              <a:rPr lang="en" sz="1800">
                <a:solidFill>
                  <a:srgbClr val="666666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value</a:t>
            </a:r>
            <a:r>
              <a:rPr lang="en" sz="1800">
                <a:solidFill>
                  <a:srgbClr val="666666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)</a:t>
            </a:r>
            <a:endParaRPr sz="1800">
              <a:solidFill>
                <a:srgbClr val="666666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0" marR="190500" rtl="0" algn="l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" sz="1800">
                <a:solidFill>
                  <a:srgbClr val="00A1D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stroke</a:t>
            </a:r>
            <a:r>
              <a:rPr lang="en" sz="1800">
                <a:solidFill>
                  <a:srgbClr val="666666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color</a:t>
            </a:r>
            <a:r>
              <a:rPr lang="en" sz="1800">
                <a:solidFill>
                  <a:srgbClr val="666666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)</a:t>
            </a:r>
            <a:endParaRPr sz="1800">
              <a:solidFill>
                <a:srgbClr val="666666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65" name="Google Shape;265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81950" y="153438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6"/>
          <p:cNvPicPr preferRelativeResize="0"/>
          <p:nvPr/>
        </p:nvPicPr>
        <p:blipFill rotWithShape="1">
          <a:blip r:embed="rId7">
            <a:alphaModFix/>
          </a:blip>
          <a:srcRect b="0" l="13858" r="12315" t="0"/>
          <a:stretch/>
        </p:blipFill>
        <p:spPr>
          <a:xfrm>
            <a:off x="2378025" y="165000"/>
            <a:ext cx="3321150" cy="114384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6"/>
          <p:cNvSpPr txBox="1"/>
          <p:nvPr/>
        </p:nvSpPr>
        <p:spPr>
          <a:xfrm>
            <a:off x="2006025" y="-228600"/>
            <a:ext cx="4207500" cy="8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latin typeface="Bree Serif"/>
                <a:ea typeface="Bree Serif"/>
                <a:cs typeface="Bree Serif"/>
                <a:sym typeface="Bree Serif"/>
              </a:rPr>
              <a:t>GRAY SCALE</a:t>
            </a:r>
            <a:endParaRPr b="1" sz="2900"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268" name="Google Shape;268;p36"/>
          <p:cNvSpPr txBox="1"/>
          <p:nvPr/>
        </p:nvSpPr>
        <p:spPr>
          <a:xfrm>
            <a:off x="1934850" y="933213"/>
            <a:ext cx="4207500" cy="8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highlight>
                  <a:srgbClr val="FFFF00"/>
                </a:highlight>
                <a:latin typeface="Bree Serif"/>
                <a:ea typeface="Bree Serif"/>
                <a:cs typeface="Bree Serif"/>
                <a:sym typeface="Bree Serif"/>
              </a:rPr>
              <a:t>background(127)</a:t>
            </a:r>
            <a:endParaRPr sz="2300">
              <a:highlight>
                <a:srgbClr val="FFFF00"/>
              </a:highlight>
              <a:latin typeface="Bree Serif"/>
              <a:ea typeface="Bree Serif"/>
              <a:cs typeface="Bree Serif"/>
              <a:sym typeface="Bree Serif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5" name="Google Shape;275;p37" title="Screenshot 2026-09-02 at 12.18.2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1928"/>
            <a:ext cx="9144003" cy="42996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2" name="Google Shape;282;p38" title="Screenshot 2026-09-02 at 12.18.4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0154"/>
            <a:ext cx="9144003" cy="4103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Complete MP1CW1 - Lines</a:t>
            </a:r>
            <a:endParaRPr/>
          </a:p>
        </p:txBody>
      </p:sp>
      <p:sp>
        <p:nvSpPr>
          <p:cNvPr id="288" name="Google Shape;288;p39"/>
          <p:cNvSpPr txBox="1"/>
          <p:nvPr>
            <p:ph idx="1" type="subTitle"/>
          </p:nvPr>
        </p:nvSpPr>
        <p:spPr>
          <a:xfrm>
            <a:off x="234925" y="28853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25" y="0"/>
            <a:ext cx="678825" cy="677951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40"/>
          <p:cNvSpPr txBox="1"/>
          <p:nvPr/>
        </p:nvSpPr>
        <p:spPr>
          <a:xfrm>
            <a:off x="1496075" y="988850"/>
            <a:ext cx="14562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0000"/>
                </a:solidFill>
              </a:rPr>
              <a:t>400px</a:t>
            </a:r>
            <a:endParaRPr b="1" sz="2400">
              <a:solidFill>
                <a:srgbClr val="FF0000"/>
              </a:solidFill>
            </a:endParaRPr>
          </a:p>
        </p:txBody>
      </p:sp>
      <p:cxnSp>
        <p:nvCxnSpPr>
          <p:cNvPr id="295" name="Google Shape;295;p40"/>
          <p:cNvCxnSpPr>
            <a:stCxn id="296" idx="0"/>
          </p:cNvCxnSpPr>
          <p:nvPr/>
        </p:nvCxnSpPr>
        <p:spPr>
          <a:xfrm>
            <a:off x="2117175" y="1445363"/>
            <a:ext cx="0" cy="338700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7" name="Google Shape;297;p40"/>
          <p:cNvSpPr txBox="1"/>
          <p:nvPr/>
        </p:nvSpPr>
        <p:spPr>
          <a:xfrm>
            <a:off x="832975" y="96875"/>
            <a:ext cx="72699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/>
              <a:t>Let’s do it together!</a:t>
            </a:r>
            <a:endParaRPr b="1" sz="2700"/>
          </a:p>
        </p:txBody>
      </p:sp>
      <p:sp>
        <p:nvSpPr>
          <p:cNvPr id="298" name="Google Shape;298;p40"/>
          <p:cNvSpPr txBox="1"/>
          <p:nvPr/>
        </p:nvSpPr>
        <p:spPr>
          <a:xfrm rot="-5400000">
            <a:off x="-554700" y="3049625"/>
            <a:ext cx="14562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0000"/>
                </a:solidFill>
              </a:rPr>
              <a:t>400px</a:t>
            </a:r>
            <a:endParaRPr b="1" sz="2400">
              <a:solidFill>
                <a:srgbClr val="FF0000"/>
              </a:solidFill>
            </a:endParaRPr>
          </a:p>
        </p:txBody>
      </p:sp>
      <p:sp>
        <p:nvSpPr>
          <p:cNvPr id="299" name="Google Shape;299;p40"/>
          <p:cNvSpPr txBox="1"/>
          <p:nvPr/>
        </p:nvSpPr>
        <p:spPr>
          <a:xfrm>
            <a:off x="4109850" y="2449600"/>
            <a:ext cx="4773600" cy="1372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</a:rPr>
              <a:t>line(width/2,0,width/2,height);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</a:rPr>
              <a:t>……..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</a:rPr>
              <a:t>………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300" name="Google Shape;300;p40"/>
          <p:cNvSpPr txBox="1"/>
          <p:nvPr/>
        </p:nvSpPr>
        <p:spPr>
          <a:xfrm>
            <a:off x="4092475" y="1511600"/>
            <a:ext cx="30000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stroke(0)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strokeWeight(5)</a:t>
            </a:r>
            <a:endParaRPr sz="2400">
              <a:solidFill>
                <a:schemeClr val="dk1"/>
              </a:solidFill>
            </a:endParaRPr>
          </a:p>
        </p:txBody>
      </p:sp>
      <p:cxnSp>
        <p:nvCxnSpPr>
          <p:cNvPr id="301" name="Google Shape;301;p40"/>
          <p:cNvCxnSpPr>
            <a:stCxn id="296" idx="1"/>
            <a:endCxn id="296" idx="3"/>
          </p:cNvCxnSpPr>
          <p:nvPr/>
        </p:nvCxnSpPr>
        <p:spPr>
          <a:xfrm>
            <a:off x="423675" y="3138863"/>
            <a:ext cx="338700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2" name="Google Shape;302;p40"/>
          <p:cNvSpPr txBox="1"/>
          <p:nvPr/>
        </p:nvSpPr>
        <p:spPr>
          <a:xfrm>
            <a:off x="4109850" y="4323525"/>
            <a:ext cx="4773600" cy="60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line(0,height/2,width, height/2)</a:t>
            </a:r>
            <a:endParaRPr sz="2400"/>
          </a:p>
        </p:txBody>
      </p:sp>
      <p:pic>
        <p:nvPicPr>
          <p:cNvPr id="303" name="Google Shape;30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200" y="1488050"/>
            <a:ext cx="3440875" cy="344087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0"/>
          <p:cNvSpPr txBox="1"/>
          <p:nvPr/>
        </p:nvSpPr>
        <p:spPr>
          <a:xfrm>
            <a:off x="4172050" y="3769413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stroke(‘red’)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4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1" name="Google Shape;311;p41" title="Screenshot 2026-09-02 at 12.14.4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075" y="227800"/>
            <a:ext cx="8927273" cy="4416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1"/>
          <p:cNvPicPr preferRelativeResize="0"/>
          <p:nvPr/>
        </p:nvPicPr>
        <p:blipFill rotWithShape="1">
          <a:blip r:embed="rId4">
            <a:alphaModFix/>
          </a:blip>
          <a:srcRect b="35782" l="0" r="0" t="35677"/>
          <a:stretch/>
        </p:blipFill>
        <p:spPr>
          <a:xfrm>
            <a:off x="3432525" y="3427400"/>
            <a:ext cx="4937104" cy="79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4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9" name="Google Shape;319;p42" title="Screenshot 2026-09-02 at 12.28.5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65324"/>
            <a:ext cx="9144003" cy="2812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6" name="Google Shape;326;p43" title="Screenshot 2026-09-02 at 12.28.4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17066"/>
            <a:ext cx="9144003" cy="3509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2" name="Google Shape;332;p44" title="Screenshot 2026-09-02 at 12.29.3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57700"/>
            <a:ext cx="9144003" cy="3228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45"/>
          <p:cNvPicPr preferRelativeResize="0"/>
          <p:nvPr/>
        </p:nvPicPr>
        <p:blipFill rotWithShape="1">
          <a:blip r:embed="rId3">
            <a:alphaModFix/>
          </a:blip>
          <a:srcRect b="0" l="0" r="43253" t="0"/>
          <a:stretch/>
        </p:blipFill>
        <p:spPr>
          <a:xfrm>
            <a:off x="114450" y="414550"/>
            <a:ext cx="3157299" cy="31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45"/>
          <p:cNvSpPr txBox="1"/>
          <p:nvPr/>
        </p:nvSpPr>
        <p:spPr>
          <a:xfrm>
            <a:off x="2940300" y="-56875"/>
            <a:ext cx="62037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7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39" name="Google Shape;339;p45" title="Screenshot 2026-09-02 at 12.31.2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4575" y="102076"/>
            <a:ext cx="4373601" cy="726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45" title="Screenshot 2026-09-02 at 12.31.32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06725" y="940400"/>
            <a:ext cx="2415952" cy="92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45" title="Screenshot 2026-09-02 at 12.31.43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88038" y="1920527"/>
            <a:ext cx="4064486" cy="88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45" title="Screenshot 2026-09-02 at 12.31.54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62950" y="2855849"/>
            <a:ext cx="3785958" cy="1025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